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6" r:id="rId2"/>
    <p:sldId id="321" r:id="rId3"/>
    <p:sldId id="322" r:id="rId4"/>
    <p:sldId id="324" r:id="rId5"/>
    <p:sldId id="323" r:id="rId6"/>
  </p:sldIdLst>
  <p:sldSz cx="9144000" cy="5143500" type="screen16x9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389586E-9AE2-4E89-BEBE-488BC1574881}">
          <p14:sldIdLst>
            <p14:sldId id="256"/>
            <p14:sldId id="321"/>
            <p14:sldId id="322"/>
            <p14:sldId id="324"/>
            <p14:sldId id="323"/>
          </p14:sldIdLst>
        </p14:section>
        <p14:section name="APPENDIX" id="{19907E42-BDD1-4BFF-A82E-69C24E010B9F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0A8BC"/>
    <a:srgbClr val="B4D020"/>
    <a:srgbClr val="22C0BC"/>
    <a:srgbClr val="053238"/>
    <a:srgbClr val="0B2E5D"/>
    <a:srgbClr val="7F7F7F"/>
    <a:srgbClr val="000000"/>
    <a:srgbClr val="71D8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25E5076-3810-47DD-B79F-674D7AD40C01}" styleName="Stile scuro 1 - Color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Stile scuro 1 - Colore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Stile scuro 1 - Colore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EBBBCC-DAD2-459C-BE2E-F6DE35CF9A28}" styleName="Stile scuro 2 - Colore 3/Color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D03447BB-5D67-496B-8E87-E561075AD55C}" styleName="Stile scuro 1 - Colore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5" autoAdjust="0"/>
    <p:restoredTop sz="99343" autoAdjust="0"/>
  </p:normalViewPr>
  <p:slideViewPr>
    <p:cSldViewPr snapToGrid="0" snapToObjects="1">
      <p:cViewPr varScale="1">
        <p:scale>
          <a:sx n="149" d="100"/>
          <a:sy n="149" d="100"/>
        </p:scale>
        <p:origin x="540" y="11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5" d="100"/>
        <a:sy n="65" d="100"/>
      </p:scale>
      <p:origin x="0" y="-168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Spano" userId="64af300b-45b3-439a-9745-ac76c4a3c249" providerId="ADAL" clId="{E1FE0E85-987C-4504-BEF4-60490CA3A3A8}"/>
    <pc:docChg chg="undo custSel addSld delSld modSld modSection">
      <pc:chgData name="Christian Spano" userId="64af300b-45b3-439a-9745-ac76c4a3c249" providerId="ADAL" clId="{E1FE0E85-987C-4504-BEF4-60490CA3A3A8}" dt="2026-02-12T14:45:47.093" v="1676" actId="113"/>
      <pc:docMkLst>
        <pc:docMk/>
      </pc:docMkLst>
      <pc:sldChg chg="modSp mod">
        <pc:chgData name="Christian Spano" userId="64af300b-45b3-439a-9745-ac76c4a3c249" providerId="ADAL" clId="{E1FE0E85-987C-4504-BEF4-60490CA3A3A8}" dt="2026-02-12T14:18:45.127" v="603" actId="20577"/>
        <pc:sldMkLst>
          <pc:docMk/>
          <pc:sldMk cId="2072311386" sldId="256"/>
        </pc:sldMkLst>
        <pc:spChg chg="mod">
          <ac:chgData name="Christian Spano" userId="64af300b-45b3-439a-9745-ac76c4a3c249" providerId="ADAL" clId="{E1FE0E85-987C-4504-BEF4-60490CA3A3A8}" dt="2026-02-12T14:18:45.127" v="603" actId="20577"/>
          <ac:spMkLst>
            <pc:docMk/>
            <pc:sldMk cId="2072311386" sldId="256"/>
            <ac:spMk id="2" creationId="{00000000-0000-0000-0000-000000000000}"/>
          </ac:spMkLst>
        </pc:spChg>
      </pc:sldChg>
      <pc:sldChg chg="del">
        <pc:chgData name="Christian Spano" userId="64af300b-45b3-439a-9745-ac76c4a3c249" providerId="ADAL" clId="{E1FE0E85-987C-4504-BEF4-60490CA3A3A8}" dt="2026-02-12T13:19:36.139" v="342" actId="47"/>
        <pc:sldMkLst>
          <pc:docMk/>
          <pc:sldMk cId="218717012" sldId="257"/>
        </pc:sldMkLst>
      </pc:sldChg>
      <pc:sldChg chg="del">
        <pc:chgData name="Christian Spano" userId="64af300b-45b3-439a-9745-ac76c4a3c249" providerId="ADAL" clId="{E1FE0E85-987C-4504-BEF4-60490CA3A3A8}" dt="2026-02-12T13:19:36.139" v="342" actId="47"/>
        <pc:sldMkLst>
          <pc:docMk/>
          <pc:sldMk cId="3078955392" sldId="258"/>
        </pc:sldMkLst>
      </pc:sldChg>
      <pc:sldChg chg="del">
        <pc:chgData name="Christian Spano" userId="64af300b-45b3-439a-9745-ac76c4a3c249" providerId="ADAL" clId="{E1FE0E85-987C-4504-BEF4-60490CA3A3A8}" dt="2026-02-12T13:19:36.139" v="342" actId="47"/>
        <pc:sldMkLst>
          <pc:docMk/>
          <pc:sldMk cId="412233568" sldId="263"/>
        </pc:sldMkLst>
      </pc:sldChg>
      <pc:sldChg chg="del">
        <pc:chgData name="Christian Spano" userId="64af300b-45b3-439a-9745-ac76c4a3c249" providerId="ADAL" clId="{E1FE0E85-987C-4504-BEF4-60490CA3A3A8}" dt="2026-02-12T13:19:36.139" v="342" actId="47"/>
        <pc:sldMkLst>
          <pc:docMk/>
          <pc:sldMk cId="2196859074" sldId="264"/>
        </pc:sldMkLst>
      </pc:sldChg>
      <pc:sldChg chg="del">
        <pc:chgData name="Christian Spano" userId="64af300b-45b3-439a-9745-ac76c4a3c249" providerId="ADAL" clId="{E1FE0E85-987C-4504-BEF4-60490CA3A3A8}" dt="2026-02-12T13:19:36.139" v="342" actId="47"/>
        <pc:sldMkLst>
          <pc:docMk/>
          <pc:sldMk cId="1223424853" sldId="266"/>
        </pc:sldMkLst>
      </pc:sldChg>
      <pc:sldChg chg="del">
        <pc:chgData name="Christian Spano" userId="64af300b-45b3-439a-9745-ac76c4a3c249" providerId="ADAL" clId="{E1FE0E85-987C-4504-BEF4-60490CA3A3A8}" dt="2026-02-12T13:19:36.139" v="342" actId="47"/>
        <pc:sldMkLst>
          <pc:docMk/>
          <pc:sldMk cId="2078145131" sldId="268"/>
        </pc:sldMkLst>
      </pc:sldChg>
      <pc:sldChg chg="del">
        <pc:chgData name="Christian Spano" userId="64af300b-45b3-439a-9745-ac76c4a3c249" providerId="ADAL" clId="{E1FE0E85-987C-4504-BEF4-60490CA3A3A8}" dt="2026-02-12T13:19:36.139" v="342" actId="47"/>
        <pc:sldMkLst>
          <pc:docMk/>
          <pc:sldMk cId="1809189316" sldId="269"/>
        </pc:sldMkLst>
      </pc:sldChg>
      <pc:sldChg chg="del">
        <pc:chgData name="Christian Spano" userId="64af300b-45b3-439a-9745-ac76c4a3c249" providerId="ADAL" clId="{E1FE0E85-987C-4504-BEF4-60490CA3A3A8}" dt="2026-02-12T13:19:36.139" v="342" actId="47"/>
        <pc:sldMkLst>
          <pc:docMk/>
          <pc:sldMk cId="4074142610" sldId="271"/>
        </pc:sldMkLst>
      </pc:sldChg>
      <pc:sldChg chg="del">
        <pc:chgData name="Christian Spano" userId="64af300b-45b3-439a-9745-ac76c4a3c249" providerId="ADAL" clId="{E1FE0E85-987C-4504-BEF4-60490CA3A3A8}" dt="2026-02-12T13:19:36.139" v="342" actId="47"/>
        <pc:sldMkLst>
          <pc:docMk/>
          <pc:sldMk cId="3702001914" sldId="272"/>
        </pc:sldMkLst>
      </pc:sldChg>
      <pc:sldChg chg="del">
        <pc:chgData name="Christian Spano" userId="64af300b-45b3-439a-9745-ac76c4a3c249" providerId="ADAL" clId="{E1FE0E85-987C-4504-BEF4-60490CA3A3A8}" dt="2026-02-12T13:19:36.139" v="342" actId="47"/>
        <pc:sldMkLst>
          <pc:docMk/>
          <pc:sldMk cId="4009390629" sldId="273"/>
        </pc:sldMkLst>
      </pc:sldChg>
      <pc:sldChg chg="del">
        <pc:chgData name="Christian Spano" userId="64af300b-45b3-439a-9745-ac76c4a3c249" providerId="ADAL" clId="{E1FE0E85-987C-4504-BEF4-60490CA3A3A8}" dt="2026-02-12T13:19:36.139" v="342" actId="47"/>
        <pc:sldMkLst>
          <pc:docMk/>
          <pc:sldMk cId="1789048050" sldId="274"/>
        </pc:sldMkLst>
      </pc:sldChg>
      <pc:sldChg chg="del">
        <pc:chgData name="Christian Spano" userId="64af300b-45b3-439a-9745-ac76c4a3c249" providerId="ADAL" clId="{E1FE0E85-987C-4504-BEF4-60490CA3A3A8}" dt="2026-02-12T13:19:36.139" v="342" actId="47"/>
        <pc:sldMkLst>
          <pc:docMk/>
          <pc:sldMk cId="454501037" sldId="275"/>
        </pc:sldMkLst>
      </pc:sldChg>
      <pc:sldChg chg="del">
        <pc:chgData name="Christian Spano" userId="64af300b-45b3-439a-9745-ac76c4a3c249" providerId="ADAL" clId="{E1FE0E85-987C-4504-BEF4-60490CA3A3A8}" dt="2026-02-12T13:19:36.139" v="342" actId="47"/>
        <pc:sldMkLst>
          <pc:docMk/>
          <pc:sldMk cId="2808835020" sldId="277"/>
        </pc:sldMkLst>
      </pc:sldChg>
      <pc:sldChg chg="del">
        <pc:chgData name="Christian Spano" userId="64af300b-45b3-439a-9745-ac76c4a3c249" providerId="ADAL" clId="{E1FE0E85-987C-4504-BEF4-60490CA3A3A8}" dt="2026-02-12T13:19:36.139" v="342" actId="47"/>
        <pc:sldMkLst>
          <pc:docMk/>
          <pc:sldMk cId="2698837697" sldId="279"/>
        </pc:sldMkLst>
      </pc:sldChg>
      <pc:sldChg chg="del">
        <pc:chgData name="Christian Spano" userId="64af300b-45b3-439a-9745-ac76c4a3c249" providerId="ADAL" clId="{E1FE0E85-987C-4504-BEF4-60490CA3A3A8}" dt="2026-02-12T13:19:36.139" v="342" actId="47"/>
        <pc:sldMkLst>
          <pc:docMk/>
          <pc:sldMk cId="2867706683" sldId="280"/>
        </pc:sldMkLst>
      </pc:sldChg>
      <pc:sldChg chg="del">
        <pc:chgData name="Christian Spano" userId="64af300b-45b3-439a-9745-ac76c4a3c249" providerId="ADAL" clId="{E1FE0E85-987C-4504-BEF4-60490CA3A3A8}" dt="2026-02-12T13:19:36.139" v="342" actId="47"/>
        <pc:sldMkLst>
          <pc:docMk/>
          <pc:sldMk cId="1352362989" sldId="281"/>
        </pc:sldMkLst>
      </pc:sldChg>
      <pc:sldChg chg="del">
        <pc:chgData name="Christian Spano" userId="64af300b-45b3-439a-9745-ac76c4a3c249" providerId="ADAL" clId="{E1FE0E85-987C-4504-BEF4-60490CA3A3A8}" dt="2026-02-12T13:19:36.139" v="342" actId="47"/>
        <pc:sldMkLst>
          <pc:docMk/>
          <pc:sldMk cId="1957533756" sldId="282"/>
        </pc:sldMkLst>
      </pc:sldChg>
      <pc:sldChg chg="del">
        <pc:chgData name="Christian Spano" userId="64af300b-45b3-439a-9745-ac76c4a3c249" providerId="ADAL" clId="{E1FE0E85-987C-4504-BEF4-60490CA3A3A8}" dt="2026-02-12T13:19:36.139" v="342" actId="47"/>
        <pc:sldMkLst>
          <pc:docMk/>
          <pc:sldMk cId="1856214136" sldId="283"/>
        </pc:sldMkLst>
      </pc:sldChg>
      <pc:sldChg chg="del">
        <pc:chgData name="Christian Spano" userId="64af300b-45b3-439a-9745-ac76c4a3c249" providerId="ADAL" clId="{E1FE0E85-987C-4504-BEF4-60490CA3A3A8}" dt="2026-02-12T13:19:36.139" v="342" actId="47"/>
        <pc:sldMkLst>
          <pc:docMk/>
          <pc:sldMk cId="288090636" sldId="284"/>
        </pc:sldMkLst>
      </pc:sldChg>
      <pc:sldChg chg="del">
        <pc:chgData name="Christian Spano" userId="64af300b-45b3-439a-9745-ac76c4a3c249" providerId="ADAL" clId="{E1FE0E85-987C-4504-BEF4-60490CA3A3A8}" dt="2026-02-12T13:19:36.139" v="342" actId="47"/>
        <pc:sldMkLst>
          <pc:docMk/>
          <pc:sldMk cId="3001943128" sldId="292"/>
        </pc:sldMkLst>
      </pc:sldChg>
      <pc:sldChg chg="del">
        <pc:chgData name="Christian Spano" userId="64af300b-45b3-439a-9745-ac76c4a3c249" providerId="ADAL" clId="{E1FE0E85-987C-4504-BEF4-60490CA3A3A8}" dt="2026-02-12T13:19:36.139" v="342" actId="47"/>
        <pc:sldMkLst>
          <pc:docMk/>
          <pc:sldMk cId="550871345" sldId="298"/>
        </pc:sldMkLst>
      </pc:sldChg>
      <pc:sldChg chg="del">
        <pc:chgData name="Christian Spano" userId="64af300b-45b3-439a-9745-ac76c4a3c249" providerId="ADAL" clId="{E1FE0E85-987C-4504-BEF4-60490CA3A3A8}" dt="2026-02-12T13:19:36.139" v="342" actId="47"/>
        <pc:sldMkLst>
          <pc:docMk/>
          <pc:sldMk cId="3665280815" sldId="303"/>
        </pc:sldMkLst>
      </pc:sldChg>
      <pc:sldChg chg="del">
        <pc:chgData name="Christian Spano" userId="64af300b-45b3-439a-9745-ac76c4a3c249" providerId="ADAL" clId="{E1FE0E85-987C-4504-BEF4-60490CA3A3A8}" dt="2026-02-12T13:19:36.139" v="342" actId="47"/>
        <pc:sldMkLst>
          <pc:docMk/>
          <pc:sldMk cId="2888066546" sldId="304"/>
        </pc:sldMkLst>
      </pc:sldChg>
      <pc:sldChg chg="del">
        <pc:chgData name="Christian Spano" userId="64af300b-45b3-439a-9745-ac76c4a3c249" providerId="ADAL" clId="{E1FE0E85-987C-4504-BEF4-60490CA3A3A8}" dt="2026-02-12T13:19:36.139" v="342" actId="47"/>
        <pc:sldMkLst>
          <pc:docMk/>
          <pc:sldMk cId="1790458697" sldId="305"/>
        </pc:sldMkLst>
      </pc:sldChg>
      <pc:sldChg chg="del">
        <pc:chgData name="Christian Spano" userId="64af300b-45b3-439a-9745-ac76c4a3c249" providerId="ADAL" clId="{E1FE0E85-987C-4504-BEF4-60490CA3A3A8}" dt="2026-02-12T13:19:36.139" v="342" actId="47"/>
        <pc:sldMkLst>
          <pc:docMk/>
          <pc:sldMk cId="1516556830" sldId="306"/>
        </pc:sldMkLst>
      </pc:sldChg>
      <pc:sldChg chg="del">
        <pc:chgData name="Christian Spano" userId="64af300b-45b3-439a-9745-ac76c4a3c249" providerId="ADAL" clId="{E1FE0E85-987C-4504-BEF4-60490CA3A3A8}" dt="2026-02-12T13:19:36.139" v="342" actId="47"/>
        <pc:sldMkLst>
          <pc:docMk/>
          <pc:sldMk cId="4168004969" sldId="307"/>
        </pc:sldMkLst>
      </pc:sldChg>
      <pc:sldChg chg="del">
        <pc:chgData name="Christian Spano" userId="64af300b-45b3-439a-9745-ac76c4a3c249" providerId="ADAL" clId="{E1FE0E85-987C-4504-BEF4-60490CA3A3A8}" dt="2026-02-12T13:19:36.139" v="342" actId="47"/>
        <pc:sldMkLst>
          <pc:docMk/>
          <pc:sldMk cId="2041587635" sldId="308"/>
        </pc:sldMkLst>
      </pc:sldChg>
      <pc:sldChg chg="del">
        <pc:chgData name="Christian Spano" userId="64af300b-45b3-439a-9745-ac76c4a3c249" providerId="ADAL" clId="{E1FE0E85-987C-4504-BEF4-60490CA3A3A8}" dt="2026-02-12T13:19:36.139" v="342" actId="47"/>
        <pc:sldMkLst>
          <pc:docMk/>
          <pc:sldMk cId="2744947849" sldId="309"/>
        </pc:sldMkLst>
      </pc:sldChg>
      <pc:sldChg chg="del">
        <pc:chgData name="Christian Spano" userId="64af300b-45b3-439a-9745-ac76c4a3c249" providerId="ADAL" clId="{E1FE0E85-987C-4504-BEF4-60490CA3A3A8}" dt="2026-02-12T13:19:36.139" v="342" actId="47"/>
        <pc:sldMkLst>
          <pc:docMk/>
          <pc:sldMk cId="3409781664" sldId="310"/>
        </pc:sldMkLst>
      </pc:sldChg>
      <pc:sldChg chg="del">
        <pc:chgData name="Christian Spano" userId="64af300b-45b3-439a-9745-ac76c4a3c249" providerId="ADAL" clId="{E1FE0E85-987C-4504-BEF4-60490CA3A3A8}" dt="2026-02-12T13:19:36.139" v="342" actId="47"/>
        <pc:sldMkLst>
          <pc:docMk/>
          <pc:sldMk cId="1786222035" sldId="311"/>
        </pc:sldMkLst>
      </pc:sldChg>
      <pc:sldChg chg="del">
        <pc:chgData name="Christian Spano" userId="64af300b-45b3-439a-9745-ac76c4a3c249" providerId="ADAL" clId="{E1FE0E85-987C-4504-BEF4-60490CA3A3A8}" dt="2026-02-12T13:19:36.139" v="342" actId="47"/>
        <pc:sldMkLst>
          <pc:docMk/>
          <pc:sldMk cId="4017740931" sldId="312"/>
        </pc:sldMkLst>
      </pc:sldChg>
      <pc:sldChg chg="del">
        <pc:chgData name="Christian Spano" userId="64af300b-45b3-439a-9745-ac76c4a3c249" providerId="ADAL" clId="{E1FE0E85-987C-4504-BEF4-60490CA3A3A8}" dt="2026-02-12T13:19:36.139" v="342" actId="47"/>
        <pc:sldMkLst>
          <pc:docMk/>
          <pc:sldMk cId="1796092420" sldId="313"/>
        </pc:sldMkLst>
      </pc:sldChg>
      <pc:sldChg chg="del">
        <pc:chgData name="Christian Spano" userId="64af300b-45b3-439a-9745-ac76c4a3c249" providerId="ADAL" clId="{E1FE0E85-987C-4504-BEF4-60490CA3A3A8}" dt="2026-02-12T13:19:36.139" v="342" actId="47"/>
        <pc:sldMkLst>
          <pc:docMk/>
          <pc:sldMk cId="2568816056" sldId="314"/>
        </pc:sldMkLst>
      </pc:sldChg>
      <pc:sldChg chg="del">
        <pc:chgData name="Christian Spano" userId="64af300b-45b3-439a-9745-ac76c4a3c249" providerId="ADAL" clId="{E1FE0E85-987C-4504-BEF4-60490CA3A3A8}" dt="2026-02-12T13:19:36.139" v="342" actId="47"/>
        <pc:sldMkLst>
          <pc:docMk/>
          <pc:sldMk cId="2854850595" sldId="315"/>
        </pc:sldMkLst>
      </pc:sldChg>
      <pc:sldChg chg="del">
        <pc:chgData name="Christian Spano" userId="64af300b-45b3-439a-9745-ac76c4a3c249" providerId="ADAL" clId="{E1FE0E85-987C-4504-BEF4-60490CA3A3A8}" dt="2026-02-12T13:19:36.139" v="342" actId="47"/>
        <pc:sldMkLst>
          <pc:docMk/>
          <pc:sldMk cId="4048043731" sldId="317"/>
        </pc:sldMkLst>
      </pc:sldChg>
      <pc:sldChg chg="del">
        <pc:chgData name="Christian Spano" userId="64af300b-45b3-439a-9745-ac76c4a3c249" providerId="ADAL" clId="{E1FE0E85-987C-4504-BEF4-60490CA3A3A8}" dt="2026-02-12T13:19:36.139" v="342" actId="47"/>
        <pc:sldMkLst>
          <pc:docMk/>
          <pc:sldMk cId="3882958375" sldId="320"/>
        </pc:sldMkLst>
      </pc:sldChg>
      <pc:sldChg chg="addSp modSp mod">
        <pc:chgData name="Christian Spano" userId="64af300b-45b3-439a-9745-ac76c4a3c249" providerId="ADAL" clId="{E1FE0E85-987C-4504-BEF4-60490CA3A3A8}" dt="2026-02-12T14:18:20.768" v="575" actId="1076"/>
        <pc:sldMkLst>
          <pc:docMk/>
          <pc:sldMk cId="3550479707" sldId="321"/>
        </pc:sldMkLst>
        <pc:picChg chg="mod">
          <ac:chgData name="Christian Spano" userId="64af300b-45b3-439a-9745-ac76c4a3c249" providerId="ADAL" clId="{E1FE0E85-987C-4504-BEF4-60490CA3A3A8}" dt="2026-02-12T14:18:03.951" v="568" actId="1076"/>
          <ac:picMkLst>
            <pc:docMk/>
            <pc:sldMk cId="3550479707" sldId="321"/>
            <ac:picMk id="5" creationId="{1B1B76A6-0032-42CB-BE05-ADC9A9F0AAA8}"/>
          </ac:picMkLst>
        </pc:picChg>
        <pc:picChg chg="add mod">
          <ac:chgData name="Christian Spano" userId="64af300b-45b3-439a-9745-ac76c4a3c249" providerId="ADAL" clId="{E1FE0E85-987C-4504-BEF4-60490CA3A3A8}" dt="2026-02-12T14:18:20.768" v="575" actId="1076"/>
          <ac:picMkLst>
            <pc:docMk/>
            <pc:sldMk cId="3550479707" sldId="321"/>
            <ac:picMk id="10" creationId="{1A58B608-31DE-408E-8547-334BA54E7DCB}"/>
          </ac:picMkLst>
        </pc:picChg>
      </pc:sldChg>
      <pc:sldChg chg="addSp delSp modSp mod">
        <pc:chgData name="Christian Spano" userId="64af300b-45b3-439a-9745-ac76c4a3c249" providerId="ADAL" clId="{E1FE0E85-987C-4504-BEF4-60490CA3A3A8}" dt="2026-02-12T14:35:44.471" v="1393" actId="1076"/>
        <pc:sldMkLst>
          <pc:docMk/>
          <pc:sldMk cId="4036826002" sldId="322"/>
        </pc:sldMkLst>
        <pc:spChg chg="mod">
          <ac:chgData name="Christian Spano" userId="64af300b-45b3-439a-9745-ac76c4a3c249" providerId="ADAL" clId="{E1FE0E85-987C-4504-BEF4-60490CA3A3A8}" dt="2026-02-12T13:18:20.086" v="252" actId="20577"/>
          <ac:spMkLst>
            <pc:docMk/>
            <pc:sldMk cId="4036826002" sldId="322"/>
            <ac:spMk id="2" creationId="{1BBA6CFF-4440-4F00-A18F-33CF90A1B145}"/>
          </ac:spMkLst>
        </pc:spChg>
        <pc:spChg chg="mod">
          <ac:chgData name="Christian Spano" userId="64af300b-45b3-439a-9745-ac76c4a3c249" providerId="ADAL" clId="{E1FE0E85-987C-4504-BEF4-60490CA3A3A8}" dt="2026-02-12T13:18:42.040" v="330" actId="20577"/>
          <ac:spMkLst>
            <pc:docMk/>
            <pc:sldMk cId="4036826002" sldId="322"/>
            <ac:spMk id="3" creationId="{5AF21F15-1C0E-4266-B8F2-C65CA127C22D}"/>
          </ac:spMkLst>
        </pc:spChg>
        <pc:spChg chg="add mod">
          <ac:chgData name="Christian Spano" userId="64af300b-45b3-439a-9745-ac76c4a3c249" providerId="ADAL" clId="{E1FE0E85-987C-4504-BEF4-60490CA3A3A8}" dt="2026-02-12T14:09:18.301" v="551" actId="1038"/>
          <ac:spMkLst>
            <pc:docMk/>
            <pc:sldMk cId="4036826002" sldId="322"/>
            <ac:spMk id="9" creationId="{83B1A48A-1543-46AA-9338-4ACECA16B91E}"/>
          </ac:spMkLst>
        </pc:spChg>
        <pc:spChg chg="add mod">
          <ac:chgData name="Christian Spano" userId="64af300b-45b3-439a-9745-ac76c4a3c249" providerId="ADAL" clId="{E1FE0E85-987C-4504-BEF4-60490CA3A3A8}" dt="2026-02-12T14:09:18.301" v="551" actId="1038"/>
          <ac:spMkLst>
            <pc:docMk/>
            <pc:sldMk cId="4036826002" sldId="322"/>
            <ac:spMk id="10" creationId="{D5EBB643-0FAA-4BE4-B42D-7DBE30317E1D}"/>
          </ac:spMkLst>
        </pc:spChg>
        <pc:spChg chg="add mod">
          <ac:chgData name="Christian Spano" userId="64af300b-45b3-439a-9745-ac76c4a3c249" providerId="ADAL" clId="{E1FE0E85-987C-4504-BEF4-60490CA3A3A8}" dt="2026-02-12T14:09:18.301" v="551" actId="1038"/>
          <ac:spMkLst>
            <pc:docMk/>
            <pc:sldMk cId="4036826002" sldId="322"/>
            <ac:spMk id="11" creationId="{FC92AE6A-47BB-479B-B944-6AA88E088592}"/>
          </ac:spMkLst>
        </pc:spChg>
        <pc:spChg chg="add mod">
          <ac:chgData name="Christian Spano" userId="64af300b-45b3-439a-9745-ac76c4a3c249" providerId="ADAL" clId="{E1FE0E85-987C-4504-BEF4-60490CA3A3A8}" dt="2026-02-12T14:09:18.301" v="551" actId="1038"/>
          <ac:spMkLst>
            <pc:docMk/>
            <pc:sldMk cId="4036826002" sldId="322"/>
            <ac:spMk id="12" creationId="{80AA56C3-AA43-4212-8B83-E8E17D2AF708}"/>
          </ac:spMkLst>
        </pc:spChg>
        <pc:spChg chg="add mod">
          <ac:chgData name="Christian Spano" userId="64af300b-45b3-439a-9745-ac76c4a3c249" providerId="ADAL" clId="{E1FE0E85-987C-4504-BEF4-60490CA3A3A8}" dt="2026-02-12T14:09:18.301" v="551" actId="1038"/>
          <ac:spMkLst>
            <pc:docMk/>
            <pc:sldMk cId="4036826002" sldId="322"/>
            <ac:spMk id="13" creationId="{B3DBFCFA-4173-4D55-B503-0AC533E85696}"/>
          </ac:spMkLst>
        </pc:spChg>
        <pc:spChg chg="add mod">
          <ac:chgData name="Christian Spano" userId="64af300b-45b3-439a-9745-ac76c4a3c249" providerId="ADAL" clId="{E1FE0E85-987C-4504-BEF4-60490CA3A3A8}" dt="2026-02-12T14:09:18.301" v="551" actId="1038"/>
          <ac:spMkLst>
            <pc:docMk/>
            <pc:sldMk cId="4036826002" sldId="322"/>
            <ac:spMk id="14" creationId="{25AB7874-9A64-4640-B944-CBBE05CB6BCA}"/>
          </ac:spMkLst>
        </pc:spChg>
        <pc:spChg chg="add mod">
          <ac:chgData name="Christian Spano" userId="64af300b-45b3-439a-9745-ac76c4a3c249" providerId="ADAL" clId="{E1FE0E85-987C-4504-BEF4-60490CA3A3A8}" dt="2026-02-12T14:33:23.040" v="1335" actId="207"/>
          <ac:spMkLst>
            <pc:docMk/>
            <pc:sldMk cId="4036826002" sldId="322"/>
            <ac:spMk id="15" creationId="{D319B4D1-EA04-47AD-B177-B3BC471E20E7}"/>
          </ac:spMkLst>
        </pc:spChg>
        <pc:spChg chg="add mod">
          <ac:chgData name="Christian Spano" userId="64af300b-45b3-439a-9745-ac76c4a3c249" providerId="ADAL" clId="{E1FE0E85-987C-4504-BEF4-60490CA3A3A8}" dt="2026-02-12T14:09:18.301" v="551" actId="1038"/>
          <ac:spMkLst>
            <pc:docMk/>
            <pc:sldMk cId="4036826002" sldId="322"/>
            <ac:spMk id="16" creationId="{2F5B9CAC-2C56-4080-8C99-7D183A8E49C2}"/>
          </ac:spMkLst>
        </pc:spChg>
        <pc:spChg chg="add mod">
          <ac:chgData name="Christian Spano" userId="64af300b-45b3-439a-9745-ac76c4a3c249" providerId="ADAL" clId="{E1FE0E85-987C-4504-BEF4-60490CA3A3A8}" dt="2026-02-12T14:33:52.989" v="1347" actId="1076"/>
          <ac:spMkLst>
            <pc:docMk/>
            <pc:sldMk cId="4036826002" sldId="322"/>
            <ac:spMk id="17" creationId="{A331AA23-0D85-40AF-8F3D-1A85405A3E02}"/>
          </ac:spMkLst>
        </pc:spChg>
        <pc:spChg chg="add mod">
          <ac:chgData name="Christian Spano" userId="64af300b-45b3-439a-9745-ac76c4a3c249" providerId="ADAL" clId="{E1FE0E85-987C-4504-BEF4-60490CA3A3A8}" dt="2026-02-12T14:09:18.301" v="551" actId="1038"/>
          <ac:spMkLst>
            <pc:docMk/>
            <pc:sldMk cId="4036826002" sldId="322"/>
            <ac:spMk id="18" creationId="{1D828151-03D8-445B-9382-C69517D3E07F}"/>
          </ac:spMkLst>
        </pc:spChg>
        <pc:spChg chg="add mod">
          <ac:chgData name="Christian Spano" userId="64af300b-45b3-439a-9745-ac76c4a3c249" providerId="ADAL" clId="{E1FE0E85-987C-4504-BEF4-60490CA3A3A8}" dt="2026-02-12T14:34:26.046" v="1360" actId="1036"/>
          <ac:spMkLst>
            <pc:docMk/>
            <pc:sldMk cId="4036826002" sldId="322"/>
            <ac:spMk id="20" creationId="{09DA9FC2-E0D4-4B20-8BA5-B3F026EAB1FC}"/>
          </ac:spMkLst>
        </pc:spChg>
        <pc:spChg chg="add mod">
          <ac:chgData name="Christian Spano" userId="64af300b-45b3-439a-9745-ac76c4a3c249" providerId="ADAL" clId="{E1FE0E85-987C-4504-BEF4-60490CA3A3A8}" dt="2026-02-12T14:34:31.689" v="1367" actId="1035"/>
          <ac:spMkLst>
            <pc:docMk/>
            <pc:sldMk cId="4036826002" sldId="322"/>
            <ac:spMk id="21" creationId="{DC32BAD3-D3C5-47B9-BC3C-00EB66C9C37D}"/>
          </ac:spMkLst>
        </pc:spChg>
        <pc:spChg chg="add mod">
          <ac:chgData name="Christian Spano" userId="64af300b-45b3-439a-9745-ac76c4a3c249" providerId="ADAL" clId="{E1FE0E85-987C-4504-BEF4-60490CA3A3A8}" dt="2026-02-12T14:34:38.029" v="1369" actId="1076"/>
          <ac:spMkLst>
            <pc:docMk/>
            <pc:sldMk cId="4036826002" sldId="322"/>
            <ac:spMk id="22" creationId="{5A2E7655-3754-4F68-AEFB-D2EA4F4959FA}"/>
          </ac:spMkLst>
        </pc:spChg>
        <pc:spChg chg="add mod">
          <ac:chgData name="Christian Spano" userId="64af300b-45b3-439a-9745-ac76c4a3c249" providerId="ADAL" clId="{E1FE0E85-987C-4504-BEF4-60490CA3A3A8}" dt="2026-02-12T14:34:43.276" v="1371" actId="1076"/>
          <ac:spMkLst>
            <pc:docMk/>
            <pc:sldMk cId="4036826002" sldId="322"/>
            <ac:spMk id="23" creationId="{D417C5EA-56D0-4035-BAF3-CD5F74607640}"/>
          </ac:spMkLst>
        </pc:spChg>
        <pc:spChg chg="add mod">
          <ac:chgData name="Christian Spano" userId="64af300b-45b3-439a-9745-ac76c4a3c249" providerId="ADAL" clId="{E1FE0E85-987C-4504-BEF4-60490CA3A3A8}" dt="2026-02-12T14:34:47.261" v="1373" actId="1076"/>
          <ac:spMkLst>
            <pc:docMk/>
            <pc:sldMk cId="4036826002" sldId="322"/>
            <ac:spMk id="24" creationId="{66E64F70-19D6-4B9E-9E24-B719879F6940}"/>
          </ac:spMkLst>
        </pc:spChg>
        <pc:spChg chg="add mod">
          <ac:chgData name="Christian Spano" userId="64af300b-45b3-439a-9745-ac76c4a3c249" providerId="ADAL" clId="{E1FE0E85-987C-4504-BEF4-60490CA3A3A8}" dt="2026-02-12T14:34:56.184" v="1377" actId="1038"/>
          <ac:spMkLst>
            <pc:docMk/>
            <pc:sldMk cId="4036826002" sldId="322"/>
            <ac:spMk id="25" creationId="{81D6E0DD-C961-4DC1-AA15-E0B8141FB7C9}"/>
          </ac:spMkLst>
        </pc:spChg>
        <pc:spChg chg="add mod">
          <ac:chgData name="Christian Spano" userId="64af300b-45b3-439a-9745-ac76c4a3c249" providerId="ADAL" clId="{E1FE0E85-987C-4504-BEF4-60490CA3A3A8}" dt="2026-02-12T14:35:01.241" v="1379" actId="1076"/>
          <ac:spMkLst>
            <pc:docMk/>
            <pc:sldMk cId="4036826002" sldId="322"/>
            <ac:spMk id="26" creationId="{BCBE520A-D4A1-4735-AB31-0534DFCE9730}"/>
          </ac:spMkLst>
        </pc:spChg>
        <pc:spChg chg="add mod">
          <ac:chgData name="Christian Spano" userId="64af300b-45b3-439a-9745-ac76c4a3c249" providerId="ADAL" clId="{E1FE0E85-987C-4504-BEF4-60490CA3A3A8}" dt="2026-02-12T14:35:07.539" v="1383" actId="1076"/>
          <ac:spMkLst>
            <pc:docMk/>
            <pc:sldMk cId="4036826002" sldId="322"/>
            <ac:spMk id="27" creationId="{50A2F0AF-8C27-46AA-BC14-C9CB2A1EEE9D}"/>
          </ac:spMkLst>
        </pc:spChg>
        <pc:spChg chg="add mod">
          <ac:chgData name="Christian Spano" userId="64af300b-45b3-439a-9745-ac76c4a3c249" providerId="ADAL" clId="{E1FE0E85-987C-4504-BEF4-60490CA3A3A8}" dt="2026-02-12T14:35:17.507" v="1386" actId="1076"/>
          <ac:spMkLst>
            <pc:docMk/>
            <pc:sldMk cId="4036826002" sldId="322"/>
            <ac:spMk id="28" creationId="{CDC67E64-4E46-4DBD-9909-B04F2F635822}"/>
          </ac:spMkLst>
        </pc:spChg>
        <pc:spChg chg="add mod">
          <ac:chgData name="Christian Spano" userId="64af300b-45b3-439a-9745-ac76c4a3c249" providerId="ADAL" clId="{E1FE0E85-987C-4504-BEF4-60490CA3A3A8}" dt="2026-02-12T14:35:23.817" v="1390" actId="1076"/>
          <ac:spMkLst>
            <pc:docMk/>
            <pc:sldMk cId="4036826002" sldId="322"/>
            <ac:spMk id="29" creationId="{C0FC81F3-6F58-4F77-B965-A46EF3133F79}"/>
          </ac:spMkLst>
        </pc:spChg>
        <pc:spChg chg="add mod">
          <ac:chgData name="Christian Spano" userId="64af300b-45b3-439a-9745-ac76c4a3c249" providerId="ADAL" clId="{E1FE0E85-987C-4504-BEF4-60490CA3A3A8}" dt="2026-02-12T14:35:27.052" v="1392" actId="1076"/>
          <ac:spMkLst>
            <pc:docMk/>
            <pc:sldMk cId="4036826002" sldId="322"/>
            <ac:spMk id="30" creationId="{163ECD43-D528-4E1D-88C8-57D9A7A29E69}"/>
          </ac:spMkLst>
        </pc:spChg>
        <pc:picChg chg="del mod">
          <ac:chgData name="Christian Spano" userId="64af300b-45b3-439a-9745-ac76c4a3c249" providerId="ADAL" clId="{E1FE0E85-987C-4504-BEF4-60490CA3A3A8}" dt="2026-02-12T14:33:39.491" v="1341" actId="478"/>
          <ac:picMkLst>
            <pc:docMk/>
            <pc:sldMk cId="4036826002" sldId="322"/>
            <ac:picMk id="4" creationId="{E7D99AB4-26D3-4CA5-A077-23AA9861D108}"/>
          </ac:picMkLst>
        </pc:picChg>
        <pc:picChg chg="mod">
          <ac:chgData name="Christian Spano" userId="64af300b-45b3-439a-9745-ac76c4a3c249" providerId="ADAL" clId="{E1FE0E85-987C-4504-BEF4-60490CA3A3A8}" dt="2026-02-12T14:09:18.301" v="551" actId="1038"/>
          <ac:picMkLst>
            <pc:docMk/>
            <pc:sldMk cId="4036826002" sldId="322"/>
            <ac:picMk id="6" creationId="{9EB29250-D419-4ABB-904C-64E5CD4F4F07}"/>
          </ac:picMkLst>
        </pc:picChg>
        <pc:picChg chg="add mod">
          <ac:chgData name="Christian Spano" userId="64af300b-45b3-439a-9745-ac76c4a3c249" providerId="ADAL" clId="{E1FE0E85-987C-4504-BEF4-60490CA3A3A8}" dt="2026-02-12T14:09:18.301" v="551" actId="1038"/>
          <ac:picMkLst>
            <pc:docMk/>
            <pc:sldMk cId="4036826002" sldId="322"/>
            <ac:picMk id="8" creationId="{0540A205-6DED-4008-86F8-629BEB6E35F7}"/>
          </ac:picMkLst>
        </pc:picChg>
        <pc:picChg chg="add mod ord">
          <ac:chgData name="Christian Spano" userId="64af300b-45b3-439a-9745-ac76c4a3c249" providerId="ADAL" clId="{E1FE0E85-987C-4504-BEF4-60490CA3A3A8}" dt="2026-02-12T14:35:44.471" v="1393" actId="1076"/>
          <ac:picMkLst>
            <pc:docMk/>
            <pc:sldMk cId="4036826002" sldId="322"/>
            <ac:picMk id="19" creationId="{6822CF51-5E8C-42E5-B21D-7A4B767D2F4A}"/>
          </ac:picMkLst>
        </pc:picChg>
      </pc:sldChg>
      <pc:sldChg chg="modSp new mod">
        <pc:chgData name="Christian Spano" userId="64af300b-45b3-439a-9745-ac76c4a3c249" providerId="ADAL" clId="{E1FE0E85-987C-4504-BEF4-60490CA3A3A8}" dt="2026-02-12T14:45:47.093" v="1676" actId="113"/>
        <pc:sldMkLst>
          <pc:docMk/>
          <pc:sldMk cId="4010404319" sldId="323"/>
        </pc:sldMkLst>
        <pc:spChg chg="mod">
          <ac:chgData name="Christian Spano" userId="64af300b-45b3-439a-9745-ac76c4a3c249" providerId="ADAL" clId="{E1FE0E85-987C-4504-BEF4-60490CA3A3A8}" dt="2026-02-12T14:40:19.800" v="1423" actId="20577"/>
          <ac:spMkLst>
            <pc:docMk/>
            <pc:sldMk cId="4010404319" sldId="323"/>
            <ac:spMk id="2" creationId="{ACCF5C8B-681F-4456-97C4-F30FFAEBA352}"/>
          </ac:spMkLst>
        </pc:spChg>
        <pc:spChg chg="mod">
          <ac:chgData name="Christian Spano" userId="64af300b-45b3-439a-9745-ac76c4a3c249" providerId="ADAL" clId="{E1FE0E85-987C-4504-BEF4-60490CA3A3A8}" dt="2026-02-12T14:45:47.093" v="1676" actId="113"/>
          <ac:spMkLst>
            <pc:docMk/>
            <pc:sldMk cId="4010404319" sldId="323"/>
            <ac:spMk id="3" creationId="{BFC22D5F-0566-4F14-8727-DD947F1A4A28}"/>
          </ac:spMkLst>
        </pc:spChg>
        <pc:spChg chg="mod">
          <ac:chgData name="Christian Spano" userId="64af300b-45b3-439a-9745-ac76c4a3c249" providerId="ADAL" clId="{E1FE0E85-987C-4504-BEF4-60490CA3A3A8}" dt="2026-02-12T14:40:43.358" v="1492" actId="20577"/>
          <ac:spMkLst>
            <pc:docMk/>
            <pc:sldMk cId="4010404319" sldId="323"/>
            <ac:spMk id="4" creationId="{EC085CEB-664C-4112-90FC-33CF3FE53369}"/>
          </ac:spMkLst>
        </pc:spChg>
      </pc:sldChg>
      <pc:sldChg chg="addSp delSp modSp add mod modAnim">
        <pc:chgData name="Christian Spano" userId="64af300b-45b3-439a-9745-ac76c4a3c249" providerId="ADAL" clId="{E1FE0E85-987C-4504-BEF4-60490CA3A3A8}" dt="2026-02-12T14:45:34.749" v="1675" actId="20577"/>
        <pc:sldMkLst>
          <pc:docMk/>
          <pc:sldMk cId="1040391576" sldId="324"/>
        </pc:sldMkLst>
        <pc:spChg chg="mod">
          <ac:chgData name="Christian Spano" userId="64af300b-45b3-439a-9745-ac76c4a3c249" providerId="ADAL" clId="{E1FE0E85-987C-4504-BEF4-60490CA3A3A8}" dt="2026-02-12T14:40:51.418" v="1501" actId="20577"/>
          <ac:spMkLst>
            <pc:docMk/>
            <pc:sldMk cId="1040391576" sldId="324"/>
            <ac:spMk id="3" creationId="{5AF21F15-1C0E-4266-B8F2-C65CA127C22D}"/>
          </ac:spMkLst>
        </pc:spChg>
        <pc:spChg chg="del">
          <ac:chgData name="Christian Spano" userId="64af300b-45b3-439a-9745-ac76c4a3c249" providerId="ADAL" clId="{E1FE0E85-987C-4504-BEF4-60490CA3A3A8}" dt="2026-02-12T14:17:50.556" v="562" actId="478"/>
          <ac:spMkLst>
            <pc:docMk/>
            <pc:sldMk cId="1040391576" sldId="324"/>
            <ac:spMk id="9" creationId="{83B1A48A-1543-46AA-9338-4ACECA16B91E}"/>
          </ac:spMkLst>
        </pc:spChg>
        <pc:spChg chg="del">
          <ac:chgData name="Christian Spano" userId="64af300b-45b3-439a-9745-ac76c4a3c249" providerId="ADAL" clId="{E1FE0E85-987C-4504-BEF4-60490CA3A3A8}" dt="2026-02-12T14:17:50.556" v="562" actId="478"/>
          <ac:spMkLst>
            <pc:docMk/>
            <pc:sldMk cId="1040391576" sldId="324"/>
            <ac:spMk id="10" creationId="{D5EBB643-0FAA-4BE4-B42D-7DBE30317E1D}"/>
          </ac:spMkLst>
        </pc:spChg>
        <pc:spChg chg="del">
          <ac:chgData name="Christian Spano" userId="64af300b-45b3-439a-9745-ac76c4a3c249" providerId="ADAL" clId="{E1FE0E85-987C-4504-BEF4-60490CA3A3A8}" dt="2026-02-12T14:17:50.556" v="562" actId="478"/>
          <ac:spMkLst>
            <pc:docMk/>
            <pc:sldMk cId="1040391576" sldId="324"/>
            <ac:spMk id="11" creationId="{FC92AE6A-47BB-479B-B944-6AA88E088592}"/>
          </ac:spMkLst>
        </pc:spChg>
        <pc:spChg chg="del">
          <ac:chgData name="Christian Spano" userId="64af300b-45b3-439a-9745-ac76c4a3c249" providerId="ADAL" clId="{E1FE0E85-987C-4504-BEF4-60490CA3A3A8}" dt="2026-02-12T14:17:52.374" v="563" actId="478"/>
          <ac:spMkLst>
            <pc:docMk/>
            <pc:sldMk cId="1040391576" sldId="324"/>
            <ac:spMk id="12" creationId="{80AA56C3-AA43-4212-8B83-E8E17D2AF708}"/>
          </ac:spMkLst>
        </pc:spChg>
        <pc:spChg chg="del">
          <ac:chgData name="Christian Spano" userId="64af300b-45b3-439a-9745-ac76c4a3c249" providerId="ADAL" clId="{E1FE0E85-987C-4504-BEF4-60490CA3A3A8}" dt="2026-02-12T14:17:50.556" v="562" actId="478"/>
          <ac:spMkLst>
            <pc:docMk/>
            <pc:sldMk cId="1040391576" sldId="324"/>
            <ac:spMk id="13" creationId="{B3DBFCFA-4173-4D55-B503-0AC533E85696}"/>
          </ac:spMkLst>
        </pc:spChg>
        <pc:spChg chg="del">
          <ac:chgData name="Christian Spano" userId="64af300b-45b3-439a-9745-ac76c4a3c249" providerId="ADAL" clId="{E1FE0E85-987C-4504-BEF4-60490CA3A3A8}" dt="2026-02-12T14:17:50.556" v="562" actId="478"/>
          <ac:spMkLst>
            <pc:docMk/>
            <pc:sldMk cId="1040391576" sldId="324"/>
            <ac:spMk id="14" creationId="{25AB7874-9A64-4640-B944-CBBE05CB6BCA}"/>
          </ac:spMkLst>
        </pc:spChg>
        <pc:spChg chg="del">
          <ac:chgData name="Christian Spano" userId="64af300b-45b3-439a-9745-ac76c4a3c249" providerId="ADAL" clId="{E1FE0E85-987C-4504-BEF4-60490CA3A3A8}" dt="2026-02-12T14:17:50.556" v="562" actId="478"/>
          <ac:spMkLst>
            <pc:docMk/>
            <pc:sldMk cId="1040391576" sldId="324"/>
            <ac:spMk id="15" creationId="{D319B4D1-EA04-47AD-B177-B3BC471E20E7}"/>
          </ac:spMkLst>
        </pc:spChg>
        <pc:spChg chg="del">
          <ac:chgData name="Christian Spano" userId="64af300b-45b3-439a-9745-ac76c4a3c249" providerId="ADAL" clId="{E1FE0E85-987C-4504-BEF4-60490CA3A3A8}" dt="2026-02-12T14:17:50.556" v="562" actId="478"/>
          <ac:spMkLst>
            <pc:docMk/>
            <pc:sldMk cId="1040391576" sldId="324"/>
            <ac:spMk id="16" creationId="{2F5B9CAC-2C56-4080-8C99-7D183A8E49C2}"/>
          </ac:spMkLst>
        </pc:spChg>
        <pc:spChg chg="del">
          <ac:chgData name="Christian Spano" userId="64af300b-45b3-439a-9745-ac76c4a3c249" providerId="ADAL" clId="{E1FE0E85-987C-4504-BEF4-60490CA3A3A8}" dt="2026-02-12T14:17:50.556" v="562" actId="478"/>
          <ac:spMkLst>
            <pc:docMk/>
            <pc:sldMk cId="1040391576" sldId="324"/>
            <ac:spMk id="17" creationId="{A331AA23-0D85-40AF-8F3D-1A85405A3E02}"/>
          </ac:spMkLst>
        </pc:spChg>
        <pc:spChg chg="del">
          <ac:chgData name="Christian Spano" userId="64af300b-45b3-439a-9745-ac76c4a3c249" providerId="ADAL" clId="{E1FE0E85-987C-4504-BEF4-60490CA3A3A8}" dt="2026-02-12T14:17:50.556" v="562" actId="478"/>
          <ac:spMkLst>
            <pc:docMk/>
            <pc:sldMk cId="1040391576" sldId="324"/>
            <ac:spMk id="18" creationId="{1D828151-03D8-445B-9382-C69517D3E07F}"/>
          </ac:spMkLst>
        </pc:spChg>
        <pc:spChg chg="add mod">
          <ac:chgData name="Christian Spano" userId="64af300b-45b3-439a-9745-ac76c4a3c249" providerId="ADAL" clId="{E1FE0E85-987C-4504-BEF4-60490CA3A3A8}" dt="2026-02-12T14:31:14.746" v="1328" actId="14100"/>
          <ac:spMkLst>
            <pc:docMk/>
            <pc:sldMk cId="1040391576" sldId="324"/>
            <ac:spMk id="20" creationId="{B5FDEFB2-B277-4417-9B5E-4C97A184141E}"/>
          </ac:spMkLst>
        </pc:spChg>
        <pc:spChg chg="add mod">
          <ac:chgData name="Christian Spano" userId="64af300b-45b3-439a-9745-ac76c4a3c249" providerId="ADAL" clId="{E1FE0E85-987C-4504-BEF4-60490CA3A3A8}" dt="2026-02-12T14:31:27.294" v="1332" actId="1076"/>
          <ac:spMkLst>
            <pc:docMk/>
            <pc:sldMk cId="1040391576" sldId="324"/>
            <ac:spMk id="21" creationId="{EA0D40EC-DE75-44F8-9CF3-FB08A6B80A1F}"/>
          </ac:spMkLst>
        </pc:spChg>
        <pc:spChg chg="add mod">
          <ac:chgData name="Christian Spano" userId="64af300b-45b3-439a-9745-ac76c4a3c249" providerId="ADAL" clId="{E1FE0E85-987C-4504-BEF4-60490CA3A3A8}" dt="2026-02-12T14:45:34.749" v="1675" actId="20577"/>
          <ac:spMkLst>
            <pc:docMk/>
            <pc:sldMk cId="1040391576" sldId="324"/>
            <ac:spMk id="22" creationId="{14F1ADD1-F1CE-423A-9722-4A4385AFF8E0}"/>
          </ac:spMkLst>
        </pc:spChg>
        <pc:spChg chg="add del">
          <ac:chgData name="Christian Spano" userId="64af300b-45b3-439a-9745-ac76c4a3c249" providerId="ADAL" clId="{E1FE0E85-987C-4504-BEF4-60490CA3A3A8}" dt="2026-02-12T14:33:35.773" v="1339" actId="22"/>
          <ac:spMkLst>
            <pc:docMk/>
            <pc:sldMk cId="1040391576" sldId="324"/>
            <ac:spMk id="24" creationId="{1BFFE7EF-0648-4272-B28C-FDDD735A7A88}"/>
          </ac:spMkLst>
        </pc:spChg>
        <pc:picChg chg="del">
          <ac:chgData name="Christian Spano" userId="64af300b-45b3-439a-9745-ac76c4a3c249" providerId="ADAL" clId="{E1FE0E85-987C-4504-BEF4-60490CA3A3A8}" dt="2026-02-12T14:17:50.556" v="562" actId="478"/>
          <ac:picMkLst>
            <pc:docMk/>
            <pc:sldMk cId="1040391576" sldId="324"/>
            <ac:picMk id="4" creationId="{E7D99AB4-26D3-4CA5-A077-23AA9861D108}"/>
          </ac:picMkLst>
        </pc:picChg>
        <pc:picChg chg="del">
          <ac:chgData name="Christian Spano" userId="64af300b-45b3-439a-9745-ac76c4a3c249" providerId="ADAL" clId="{E1FE0E85-987C-4504-BEF4-60490CA3A3A8}" dt="2026-02-12T14:17:50.556" v="562" actId="478"/>
          <ac:picMkLst>
            <pc:docMk/>
            <pc:sldMk cId="1040391576" sldId="324"/>
            <ac:picMk id="6" creationId="{9EB29250-D419-4ABB-904C-64E5CD4F4F07}"/>
          </ac:picMkLst>
        </pc:picChg>
        <pc:picChg chg="add mod">
          <ac:chgData name="Christian Spano" userId="64af300b-45b3-439a-9745-ac76c4a3c249" providerId="ADAL" clId="{E1FE0E85-987C-4504-BEF4-60490CA3A3A8}" dt="2026-02-12T14:21:04.990" v="626" actId="1076"/>
          <ac:picMkLst>
            <pc:docMk/>
            <pc:sldMk cId="1040391576" sldId="324"/>
            <ac:picMk id="7" creationId="{60D584B4-08FA-473F-9ED7-3F03F15ABE7D}"/>
          </ac:picMkLst>
        </pc:picChg>
        <pc:picChg chg="del">
          <ac:chgData name="Christian Spano" userId="64af300b-45b3-439a-9745-ac76c4a3c249" providerId="ADAL" clId="{E1FE0E85-987C-4504-BEF4-60490CA3A3A8}" dt="2026-02-12T14:17:50.556" v="562" actId="478"/>
          <ac:picMkLst>
            <pc:docMk/>
            <pc:sldMk cId="1040391576" sldId="324"/>
            <ac:picMk id="8" creationId="{0540A205-6DED-4008-86F8-629BEB6E35F7}"/>
          </ac:picMkLst>
        </pc:picChg>
        <pc:picChg chg="add del mod">
          <ac:chgData name="Christian Spano" userId="64af300b-45b3-439a-9745-ac76c4a3c249" providerId="ADAL" clId="{E1FE0E85-987C-4504-BEF4-60490CA3A3A8}" dt="2026-02-12T14:33:35.413" v="1338" actId="21"/>
          <ac:picMkLst>
            <pc:docMk/>
            <pc:sldMk cId="1040391576" sldId="324"/>
            <ac:picMk id="19" creationId="{86EE0621-1F41-4155-8DE9-A1A894C4678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6D4E21-AA1D-BE49-8829-DEA10D5CF4C8}" type="datetimeFigureOut">
              <a:rPr lang="it-IT" smtClean="0"/>
              <a:t>11/02/2026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F8DF2B-E534-A049-A267-F065CD458300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48907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F6D68F-7DBE-1C48-BC1F-E6A07B52C7E0}" type="datetimeFigureOut">
              <a:rPr lang="it-IT" smtClean="0"/>
              <a:t>11/02/2026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C7627C-DB68-9A4D-8B30-F0E92B6BDF8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650326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C7627C-DB68-9A4D-8B30-F0E92B6BDF8F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1627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Reply Green 0.png"/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7" b="58"/>
          <a:stretch/>
        </p:blipFill>
        <p:spPr>
          <a:xfrm>
            <a:off x="-1" y="-11760"/>
            <a:ext cx="9180513" cy="5184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73852" y="799311"/>
            <a:ext cx="7585611" cy="2412171"/>
          </a:xfrm>
        </p:spPr>
        <p:txBody>
          <a:bodyPr anchor="b"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6000" i="0" u="none" kern="1200" cap="all" spc="-100" dirty="0" smtClean="0">
                <a:solidFill>
                  <a:srgbClr val="FFFFFF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r>
              <a:rPr lang="it-IT" dirty="0"/>
              <a:t>INSERT YOUR</a:t>
            </a:r>
            <a:br>
              <a:rPr lang="it-IT" dirty="0"/>
            </a:br>
            <a:r>
              <a:rPr lang="it-IT" dirty="0"/>
              <a:t>TITLE HERE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3852" y="3375892"/>
            <a:ext cx="7585612" cy="328820"/>
          </a:xfrm>
        </p:spPr>
        <p:txBody>
          <a:bodyPr lIns="0" bIns="0" anchor="t">
            <a:noAutofit/>
          </a:bodyPr>
          <a:lstStyle>
            <a:lvl1pPr marL="0" indent="0" algn="l">
              <a:buNone/>
              <a:defRPr sz="1800" b="0" cap="none">
                <a:solidFill>
                  <a:srgbClr val="FFFFFF"/>
                </a:solidFill>
                <a:latin typeface="+mn-lt"/>
                <a:cs typeface="Arial Black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subtitle</a:t>
            </a:r>
            <a:r>
              <a:rPr lang="it-IT" dirty="0"/>
              <a:t> </a:t>
            </a:r>
            <a:r>
              <a:rPr lang="it-IT" dirty="0" err="1"/>
              <a:t>here</a:t>
            </a:r>
            <a:endParaRPr lang="en-US" dirty="0"/>
          </a:p>
        </p:txBody>
      </p:sp>
      <p:pic>
        <p:nvPicPr>
          <p:cNvPr id="8" name="Bild 6" descr="Unbenannt-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8300" y="4723084"/>
            <a:ext cx="901701" cy="24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019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ing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3852" y="408191"/>
            <a:ext cx="7968163" cy="266461"/>
          </a:xfrm>
        </p:spPr>
        <p:txBody>
          <a:bodyPr tIns="0" rIns="0" anchor="t" anchorCtr="0"/>
          <a:lstStyle>
            <a:lvl1pPr>
              <a:defRPr sz="3200" cap="all" baseline="0"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it-IT" dirty="0"/>
              <a:t>INSERT YOUR TITLE HERE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3852" y="753750"/>
            <a:ext cx="7968163" cy="328820"/>
          </a:xfrm>
        </p:spPr>
        <p:txBody>
          <a:bodyPr lIns="0" bIns="0" anchor="ctr">
            <a:noAutofit/>
          </a:bodyPr>
          <a:lstStyle>
            <a:lvl1pPr marL="0" indent="0" algn="ctr">
              <a:buNone/>
              <a:defRPr sz="1600" b="0" cap="all">
                <a:solidFill>
                  <a:schemeClr val="tx1"/>
                </a:solidFill>
                <a:latin typeface="Arial Black" panose="020B0A04020102020204" pitchFamily="34" charset="0"/>
                <a:cs typeface="Arial Black" panose="020B0A040201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subtitle</a:t>
            </a:r>
            <a:r>
              <a:rPr lang="it-IT" dirty="0"/>
              <a:t> </a:t>
            </a:r>
            <a:r>
              <a:rPr lang="it-IT" dirty="0" err="1"/>
              <a:t>here</a:t>
            </a:r>
            <a:endParaRPr lang="en-US" dirty="0"/>
          </a:p>
        </p:txBody>
      </p:sp>
      <p:pic>
        <p:nvPicPr>
          <p:cNvPr id="7" name="Bild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308" y="4807868"/>
            <a:ext cx="217532" cy="217532"/>
          </a:xfrm>
          <a:prstGeom prst="rect">
            <a:avLst/>
          </a:prstGeom>
        </p:spPr>
      </p:pic>
      <p:sp>
        <p:nvSpPr>
          <p:cNvPr id="6" name="Inhaltsplatzhalter 2"/>
          <p:cNvSpPr>
            <a:spLocks noGrp="1"/>
          </p:cNvSpPr>
          <p:nvPr>
            <p:ph idx="10"/>
          </p:nvPr>
        </p:nvSpPr>
        <p:spPr>
          <a:xfrm>
            <a:off x="603248" y="1594892"/>
            <a:ext cx="7937501" cy="2462213"/>
          </a:xfrm>
        </p:spPr>
        <p:txBody>
          <a:bodyPr/>
          <a:lstStyle>
            <a:lvl1pPr marL="500063" indent="-500063">
              <a:spcBef>
                <a:spcPts val="1200"/>
              </a:spcBef>
              <a:buClr>
                <a:schemeClr val="accent2"/>
              </a:buClr>
              <a:buSzPct val="100000"/>
              <a:buFont typeface="+mj-lt"/>
              <a:buAutoNum type="arabicPlain"/>
              <a:tabLst/>
              <a:defRPr/>
            </a:lvl1pPr>
            <a:lvl2pPr marL="982663" indent="-490538">
              <a:spcBef>
                <a:spcPts val="1200"/>
              </a:spcBef>
              <a:buClr>
                <a:schemeClr val="accent2"/>
              </a:buClr>
              <a:buSzPct val="100000"/>
              <a:buFont typeface="+mj-lt"/>
              <a:buAutoNum type="arabicPlain"/>
              <a:tabLst/>
              <a:defRPr cap="none">
                <a:solidFill>
                  <a:schemeClr val="tx1"/>
                </a:solidFill>
              </a:defRPr>
            </a:lvl2pPr>
            <a:lvl3pPr marL="1431925" indent="-450850">
              <a:spcBef>
                <a:spcPts val="1200"/>
              </a:spcBef>
              <a:buClr>
                <a:schemeClr val="accent2"/>
              </a:buClr>
              <a:buSzPct val="100000"/>
              <a:buFont typeface="+mj-lt"/>
              <a:buAutoNum type="arabicPlain"/>
              <a:tabLst/>
              <a:defRPr sz="1600">
                <a:solidFill>
                  <a:schemeClr val="tx1"/>
                </a:solidFill>
              </a:defRPr>
            </a:lvl3pPr>
            <a:lvl4pPr marL="1371600" indent="-342900">
              <a:buFont typeface="+mj-lt"/>
              <a:buAutoNum type="arabicPeriod"/>
              <a:defRPr/>
            </a:lvl4pPr>
            <a:lvl5pPr marL="17145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75933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Cover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Reply Green 0.png"/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7" b="58"/>
          <a:stretch/>
        </p:blipFill>
        <p:spPr>
          <a:xfrm>
            <a:off x="-1" y="-11760"/>
            <a:ext cx="9180513" cy="5184000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780889" y="1371684"/>
            <a:ext cx="7582223" cy="1631422"/>
          </a:xfrm>
        </p:spPr>
        <p:txBody>
          <a:bodyPr anchor="b"/>
          <a:lstStyle>
            <a:lvl1pPr algn="ctr">
              <a:lnSpc>
                <a:spcPct val="80000"/>
              </a:lnSpc>
              <a:defRPr lang="en-US" sz="6000" i="0" u="none" kern="1200" cap="all" spc="-100" baseline="0" dirty="0">
                <a:solidFill>
                  <a:srgbClr val="FFFFFF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r>
              <a:rPr lang="it-IT" dirty="0"/>
              <a:t>SECTION </a:t>
            </a:r>
            <a:br>
              <a:rPr lang="it-IT" dirty="0"/>
            </a:br>
            <a:r>
              <a:rPr lang="it-IT" dirty="0"/>
              <a:t>SLIDE</a:t>
            </a:r>
            <a:endParaRPr lang="en-US" dirty="0"/>
          </a:p>
        </p:txBody>
      </p:sp>
      <p:pic>
        <p:nvPicPr>
          <p:cNvPr id="8" name="Bild 5" descr="runningman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308" y="4807868"/>
            <a:ext cx="217532" cy="21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952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tement Cover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Reply Green 0.png"/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7" b="58"/>
          <a:stretch/>
        </p:blipFill>
        <p:spPr>
          <a:xfrm>
            <a:off x="-1" y="-11760"/>
            <a:ext cx="9180513" cy="5184000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780889" y="1371684"/>
            <a:ext cx="7582223" cy="1631422"/>
          </a:xfrm>
        </p:spPr>
        <p:txBody>
          <a:bodyPr anchor="t"/>
          <a:lstStyle>
            <a:lvl1pPr algn="ctr">
              <a:lnSpc>
                <a:spcPct val="80000"/>
              </a:lnSpc>
              <a:defRPr lang="en-US" sz="5400" i="0" u="none" kern="1200" cap="all" spc="-100" baseline="0" dirty="0">
                <a:solidFill>
                  <a:srgbClr val="FFFFFF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r>
              <a:rPr lang="de-DE" dirty="0"/>
              <a:t>STATEMENT </a:t>
            </a:r>
            <a:br>
              <a:rPr lang="de-DE" dirty="0"/>
            </a:br>
            <a:r>
              <a:rPr lang="de-DE" dirty="0"/>
              <a:t>CHART FOR IMPORTANT </a:t>
            </a:r>
            <a:br>
              <a:rPr lang="de-DE" dirty="0"/>
            </a:br>
            <a:r>
              <a:rPr lang="de-DE" dirty="0"/>
              <a:t>POINTS</a:t>
            </a:r>
            <a:endParaRPr lang="en-US" dirty="0"/>
          </a:p>
        </p:txBody>
      </p:sp>
      <p:pic>
        <p:nvPicPr>
          <p:cNvPr id="8" name="Bild 5" descr="runningman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308" y="4807868"/>
            <a:ext cx="217532" cy="21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305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80889" y="3823821"/>
            <a:ext cx="7582223" cy="328820"/>
          </a:xfrm>
        </p:spPr>
        <p:txBody>
          <a:bodyPr lIns="0" bIns="0" anchor="t">
            <a:noAutofit/>
          </a:bodyPr>
          <a:lstStyle>
            <a:lvl1pPr marL="0" indent="0" algn="ctr">
              <a:buNone/>
              <a:defRPr sz="2400" b="0" cap="none" baseline="0">
                <a:solidFill>
                  <a:schemeClr val="tx1"/>
                </a:solidFill>
                <a:latin typeface="+mj-lt"/>
                <a:cs typeface="Arial Black" panose="020B0A040201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/>
              <a:t>INSERT YOUR SUBTITLE HERE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780889" y="1937802"/>
            <a:ext cx="7582223" cy="1267896"/>
          </a:xfrm>
        </p:spPr>
        <p:txBody>
          <a:bodyPr anchor="ctr"/>
          <a:lstStyle>
            <a:lvl1pPr algn="ctr">
              <a:lnSpc>
                <a:spcPct val="100000"/>
              </a:lnSpc>
              <a:defRPr lang="en-US" sz="5400" i="0" u="none" kern="1200" cap="all" spc="-100" baseline="0" dirty="0">
                <a:solidFill>
                  <a:schemeClr val="tx1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TEXT </a:t>
            </a:r>
            <a:r>
              <a:rPr lang="it-IT" dirty="0" err="1"/>
              <a:t>here</a:t>
            </a:r>
            <a:endParaRPr lang="en-US" dirty="0"/>
          </a:p>
        </p:txBody>
      </p:sp>
      <p:pic>
        <p:nvPicPr>
          <p:cNvPr id="6" name="Bild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308" y="4807868"/>
            <a:ext cx="217532" cy="21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855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with Background 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 9"/>
          <p:cNvPicPr>
            <a:picLocks noChangeAspect="1"/>
          </p:cNvPicPr>
          <p:nvPr userDrawn="1"/>
        </p:nvPicPr>
        <p:blipFill rotWithShape="1">
          <a:blip r:embed="rId2"/>
          <a:srcRect t="-114" b="24638"/>
          <a:stretch/>
        </p:blipFill>
        <p:spPr>
          <a:xfrm>
            <a:off x="0" y="-7749"/>
            <a:ext cx="9144000" cy="5174110"/>
          </a:xfrm>
          <a:prstGeom prst="rect">
            <a:avLst/>
          </a:prstGeom>
        </p:spPr>
      </p:pic>
      <p:sp>
        <p:nvSpPr>
          <p:cNvPr id="8" name="Rechteck 6"/>
          <p:cNvSpPr/>
          <p:nvPr userDrawn="1"/>
        </p:nvSpPr>
        <p:spPr>
          <a:xfrm>
            <a:off x="0" y="1"/>
            <a:ext cx="9144000" cy="5166360"/>
          </a:xfrm>
          <a:prstGeom prst="rect">
            <a:avLst/>
          </a:prstGeom>
          <a:solidFill>
            <a:schemeClr val="bg1">
              <a:alpha val="50196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80889" y="3823821"/>
            <a:ext cx="7582223" cy="328820"/>
          </a:xfrm>
        </p:spPr>
        <p:txBody>
          <a:bodyPr lIns="0" bIns="0" anchor="t">
            <a:noAutofit/>
          </a:bodyPr>
          <a:lstStyle>
            <a:lvl1pPr marL="0" indent="0" algn="ctr">
              <a:buNone/>
              <a:defRPr sz="2400" b="0" cap="none" baseline="0">
                <a:solidFill>
                  <a:schemeClr val="tx1"/>
                </a:solidFill>
                <a:latin typeface="+mj-lt"/>
                <a:cs typeface="Arial Black" panose="020B0A040201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/>
              <a:t>INSERT YOUR SUBTITLE HERE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780889" y="1937802"/>
            <a:ext cx="7582223" cy="1267896"/>
          </a:xfrm>
        </p:spPr>
        <p:txBody>
          <a:bodyPr anchor="ctr"/>
          <a:lstStyle>
            <a:lvl1pPr algn="ctr">
              <a:lnSpc>
                <a:spcPct val="100000"/>
              </a:lnSpc>
              <a:defRPr lang="en-US" sz="5400" i="0" u="none" kern="1200" cap="all" spc="-100" baseline="0" dirty="0">
                <a:solidFill>
                  <a:schemeClr val="tx1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TEXT </a:t>
            </a:r>
            <a:r>
              <a:rPr lang="it-IT" dirty="0" err="1"/>
              <a:t>here</a:t>
            </a:r>
            <a:endParaRPr lang="en-US" dirty="0"/>
          </a:p>
        </p:txBody>
      </p:sp>
      <p:pic>
        <p:nvPicPr>
          <p:cNvPr id="7" name="Bild 5" descr="runningman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308" y="4807868"/>
            <a:ext cx="217532" cy="21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051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imag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11"/>
          <p:cNvPicPr>
            <a:picLocks noChangeAspect="1"/>
          </p:cNvPicPr>
          <p:nvPr userDrawn="1"/>
        </p:nvPicPr>
        <p:blipFill rotWithShape="1">
          <a:blip r:embed="rId2"/>
          <a:srcRect t="-1" r="11734" b="25474"/>
          <a:stretch/>
        </p:blipFill>
        <p:spPr>
          <a:xfrm>
            <a:off x="-1" y="0"/>
            <a:ext cx="9144000" cy="5135526"/>
          </a:xfrm>
          <a:custGeom>
            <a:avLst/>
            <a:gdLst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0" name="Rechteck 6"/>
          <p:cNvSpPr/>
          <p:nvPr userDrawn="1"/>
        </p:nvSpPr>
        <p:spPr>
          <a:xfrm>
            <a:off x="0" y="1"/>
            <a:ext cx="9144000" cy="5143499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80889" y="3823821"/>
            <a:ext cx="7582223" cy="328820"/>
          </a:xfrm>
        </p:spPr>
        <p:txBody>
          <a:bodyPr lIns="0" bIns="0" anchor="t">
            <a:noAutofit/>
          </a:bodyPr>
          <a:lstStyle>
            <a:lvl1pPr marL="0" indent="0" algn="ctr">
              <a:buNone/>
              <a:defRPr sz="2400" b="0" cap="none" baseline="0">
                <a:solidFill>
                  <a:schemeClr val="tx1"/>
                </a:solidFill>
                <a:latin typeface="+mj-lt"/>
                <a:cs typeface="Arial Black" panose="020B0A040201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/>
              <a:t>INSERT YOUR SUBTITLE HERE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780889" y="1937802"/>
            <a:ext cx="7582223" cy="1267896"/>
          </a:xfrm>
        </p:spPr>
        <p:txBody>
          <a:bodyPr anchor="ctr"/>
          <a:lstStyle>
            <a:lvl1pPr algn="ctr">
              <a:lnSpc>
                <a:spcPct val="100000"/>
              </a:lnSpc>
              <a:defRPr lang="en-US" sz="6000" i="0" u="none" kern="1200" cap="all" spc="-100" baseline="0" dirty="0">
                <a:solidFill>
                  <a:schemeClr val="tx1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TEXT </a:t>
            </a:r>
            <a:r>
              <a:rPr lang="it-IT" dirty="0" err="1"/>
              <a:t>here</a:t>
            </a:r>
            <a:endParaRPr lang="en-US" dirty="0"/>
          </a:p>
        </p:txBody>
      </p:sp>
      <p:pic>
        <p:nvPicPr>
          <p:cNvPr id="7" name="Bild 5" descr="runningman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308" y="4807868"/>
            <a:ext cx="217532" cy="21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841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73852" y="408191"/>
            <a:ext cx="7968163" cy="266461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cap="all" baseline="0" dirty="0"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INSERT YOUR TITLE HERE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3852" y="753750"/>
            <a:ext cx="7968163" cy="328820"/>
          </a:xfrm>
        </p:spPr>
        <p:txBody>
          <a:bodyPr lIns="0" bIns="0" anchor="ctr">
            <a:noAutofit/>
          </a:bodyPr>
          <a:lstStyle>
            <a:lvl1pPr marL="0" indent="0" algn="ctr">
              <a:buNone/>
              <a:defRPr sz="1600" b="0" cap="all">
                <a:solidFill>
                  <a:schemeClr val="tx1"/>
                </a:solidFill>
                <a:latin typeface="Arial Black" panose="020B0A04020102020204" pitchFamily="34" charset="0"/>
                <a:cs typeface="Arial Black" panose="020B0A040201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subtitle</a:t>
            </a:r>
            <a:r>
              <a:rPr lang="it-IT" dirty="0"/>
              <a:t> </a:t>
            </a:r>
            <a:r>
              <a:rPr lang="it-IT" dirty="0" err="1"/>
              <a:t>here</a:t>
            </a:r>
            <a:endParaRPr lang="en-US" dirty="0"/>
          </a:p>
        </p:txBody>
      </p:sp>
      <p:pic>
        <p:nvPicPr>
          <p:cNvPr id="7" name="Bild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308" y="4807868"/>
            <a:ext cx="217532" cy="21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067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3852" y="408191"/>
            <a:ext cx="7968163" cy="266461"/>
          </a:xfrm>
        </p:spPr>
        <p:txBody>
          <a:bodyPr tIns="0" rIns="0" anchor="t" anchorCtr="0"/>
          <a:lstStyle>
            <a:lvl1pPr>
              <a:defRPr sz="3200" cap="all" baseline="0"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it-IT" dirty="0"/>
              <a:t>INSERT YOUR TITLE HERE</a:t>
            </a:r>
            <a:endParaRPr lang="en-US" dirty="0"/>
          </a:p>
        </p:txBody>
      </p:sp>
      <p:sp>
        <p:nvSpPr>
          <p:cNvPr id="15" name="Segnaposto testo 14"/>
          <p:cNvSpPr>
            <a:spLocks noGrp="1"/>
          </p:cNvSpPr>
          <p:nvPr>
            <p:ph type="body" sz="quarter" idx="10" hasCustomPrompt="1"/>
          </p:nvPr>
        </p:nvSpPr>
        <p:spPr>
          <a:xfrm>
            <a:off x="573852" y="1401951"/>
            <a:ext cx="7968163" cy="3041814"/>
          </a:xfrm>
        </p:spPr>
        <p:txBody>
          <a:bodyPr lIns="0" bIns="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buClr>
                <a:schemeClr val="tx2"/>
              </a:buClr>
              <a:defRPr/>
            </a:lvl4pPr>
            <a:lvl6pPr>
              <a:defRPr sz="1700"/>
            </a:lvl6pPr>
            <a:lvl7pPr marL="180000" indent="-180000">
              <a:buClr>
                <a:schemeClr val="tx2"/>
              </a:buClr>
              <a:buAutoNum type="arabicPeriod"/>
              <a:defRPr lang="it-IT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>
              <a:buAutoNum type="arabicPeriod"/>
              <a:defRPr/>
            </a:lvl8pPr>
            <a:lvl9pPr>
              <a:defRPr sz="1700"/>
            </a:lvl9pPr>
          </a:lstStyle>
          <a:p>
            <a:pPr lvl="0"/>
            <a:r>
              <a:rPr lang="it-IT" dirty="0"/>
              <a:t>Basic text</a:t>
            </a:r>
          </a:p>
          <a:p>
            <a:pPr lvl="1"/>
            <a:r>
              <a:rPr lang="it-IT" dirty="0"/>
              <a:t>Text in CAPITAL </a:t>
            </a:r>
            <a:r>
              <a:rPr lang="it-IT" dirty="0" err="1"/>
              <a:t>LeTTERS</a:t>
            </a:r>
            <a:endParaRPr lang="it-IT" dirty="0"/>
          </a:p>
          <a:p>
            <a:pPr lvl="3"/>
            <a:r>
              <a:rPr lang="it-IT" dirty="0"/>
              <a:t>First </a:t>
            </a:r>
            <a:r>
              <a:rPr lang="it-IT" dirty="0" err="1"/>
              <a:t>bullet</a:t>
            </a:r>
            <a:r>
              <a:rPr lang="it-IT" dirty="0"/>
              <a:t> </a:t>
            </a:r>
            <a:r>
              <a:rPr lang="it-IT" dirty="0" err="1"/>
              <a:t>point</a:t>
            </a:r>
            <a:r>
              <a:rPr lang="it-IT" dirty="0"/>
              <a:t> text</a:t>
            </a:r>
          </a:p>
          <a:p>
            <a:pPr lvl="4"/>
            <a:r>
              <a:rPr lang="it-IT" dirty="0"/>
              <a:t>Second </a:t>
            </a:r>
            <a:r>
              <a:rPr lang="it-IT" dirty="0" err="1"/>
              <a:t>bullet</a:t>
            </a:r>
            <a:r>
              <a:rPr lang="it-IT" dirty="0"/>
              <a:t> </a:t>
            </a:r>
            <a:r>
              <a:rPr lang="it-IT" dirty="0" err="1"/>
              <a:t>point</a:t>
            </a:r>
            <a:r>
              <a:rPr lang="it-IT" dirty="0"/>
              <a:t> text</a:t>
            </a:r>
          </a:p>
          <a:p>
            <a:pPr lvl="5"/>
            <a:r>
              <a:rPr lang="it-IT" dirty="0"/>
              <a:t>Third </a:t>
            </a:r>
            <a:r>
              <a:rPr lang="it-IT" dirty="0" err="1"/>
              <a:t>bullet</a:t>
            </a:r>
            <a:r>
              <a:rPr lang="it-IT" dirty="0"/>
              <a:t> </a:t>
            </a:r>
            <a:r>
              <a:rPr lang="it-IT" dirty="0" err="1"/>
              <a:t>point</a:t>
            </a:r>
            <a:r>
              <a:rPr lang="it-IT" dirty="0"/>
              <a:t> text</a:t>
            </a:r>
          </a:p>
          <a:p>
            <a:pPr marL="514350" lvl="6" indent="-514350" algn="l" defTabSz="457200" rtl="0" eaLnBrk="1" latinLnBrk="0" hangingPunct="1">
              <a:lnSpc>
                <a:spcPct val="150000"/>
              </a:lnSpc>
              <a:spcBef>
                <a:spcPts val="600"/>
              </a:spcBef>
              <a:buClr>
                <a:schemeClr val="tx2"/>
              </a:buClr>
              <a:buSzPct val="130000"/>
              <a:buFont typeface="+mj-lt"/>
              <a:buAutoNum type="arabicPeriod"/>
            </a:pPr>
            <a:r>
              <a:rPr lang="it-IT" dirty="0"/>
              <a:t>First </a:t>
            </a:r>
            <a:r>
              <a:rPr lang="it-IT" dirty="0" err="1"/>
              <a:t>numbered</a:t>
            </a:r>
            <a:r>
              <a:rPr lang="it-IT" dirty="0"/>
              <a:t> text</a:t>
            </a:r>
          </a:p>
          <a:p>
            <a:pPr lvl="7"/>
            <a:r>
              <a:rPr lang="it-IT" dirty="0"/>
              <a:t>Second </a:t>
            </a:r>
            <a:r>
              <a:rPr lang="it-IT" dirty="0" err="1"/>
              <a:t>numbered</a:t>
            </a:r>
            <a:r>
              <a:rPr lang="it-IT" dirty="0"/>
              <a:t> text</a:t>
            </a:r>
          </a:p>
          <a:p>
            <a:pPr lvl="8"/>
            <a:r>
              <a:rPr lang="it-IT" dirty="0"/>
              <a:t>Third </a:t>
            </a:r>
            <a:r>
              <a:rPr lang="it-IT" dirty="0" err="1"/>
              <a:t>numbered</a:t>
            </a:r>
            <a:r>
              <a:rPr lang="it-IT" dirty="0"/>
              <a:t> text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3852" y="753750"/>
            <a:ext cx="7968163" cy="328820"/>
          </a:xfrm>
        </p:spPr>
        <p:txBody>
          <a:bodyPr lIns="0" bIns="0" anchor="ctr">
            <a:noAutofit/>
          </a:bodyPr>
          <a:lstStyle>
            <a:lvl1pPr marL="0" indent="0" algn="ctr">
              <a:buNone/>
              <a:defRPr sz="1600" b="0" cap="all">
                <a:solidFill>
                  <a:schemeClr val="tx1"/>
                </a:solidFill>
                <a:latin typeface="Arial Black" panose="020B0A04020102020204" pitchFamily="34" charset="0"/>
                <a:cs typeface="Arial Black" panose="020B0A040201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subtitle</a:t>
            </a:r>
            <a:r>
              <a:rPr lang="it-IT" dirty="0"/>
              <a:t> </a:t>
            </a:r>
            <a:r>
              <a:rPr lang="it-IT" dirty="0" err="1"/>
              <a:t>here</a:t>
            </a:r>
            <a:endParaRPr lang="en-US" dirty="0"/>
          </a:p>
        </p:txBody>
      </p:sp>
      <p:pic>
        <p:nvPicPr>
          <p:cNvPr id="8" name="Bild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308" y="4807868"/>
            <a:ext cx="217532" cy="21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245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73852" y="1437651"/>
            <a:ext cx="3815268" cy="303728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600"/>
            </a:lvl7pPr>
            <a:lvl8pPr>
              <a:defRPr sz="1600"/>
            </a:lvl8pPr>
            <a:lvl9pPr>
              <a:defRPr sz="1400"/>
            </a:lvl9pPr>
          </a:lstStyle>
          <a:p>
            <a:pPr lvl="0"/>
            <a:r>
              <a:rPr lang="it-IT" dirty="0"/>
              <a:t>Basic text</a:t>
            </a:r>
          </a:p>
          <a:p>
            <a:pPr lvl="1"/>
            <a:r>
              <a:rPr lang="it-IT" dirty="0"/>
              <a:t>Text in CAPITAL LETTERS</a:t>
            </a:r>
          </a:p>
          <a:p>
            <a:pPr lvl="2"/>
            <a:r>
              <a:rPr lang="it-IT" dirty="0"/>
              <a:t>Basic green text</a:t>
            </a:r>
          </a:p>
          <a:p>
            <a:pPr lvl="3"/>
            <a:r>
              <a:rPr lang="it-IT" dirty="0"/>
              <a:t>First </a:t>
            </a:r>
            <a:r>
              <a:rPr lang="it-IT" dirty="0" err="1"/>
              <a:t>bullet</a:t>
            </a:r>
            <a:r>
              <a:rPr lang="it-IT" dirty="0"/>
              <a:t> </a:t>
            </a:r>
            <a:r>
              <a:rPr lang="it-IT" dirty="0" err="1"/>
              <a:t>point</a:t>
            </a:r>
            <a:r>
              <a:rPr lang="it-IT" dirty="0"/>
              <a:t> text</a:t>
            </a:r>
          </a:p>
          <a:p>
            <a:pPr lvl="4"/>
            <a:r>
              <a:rPr lang="it-IT" dirty="0"/>
              <a:t>Second </a:t>
            </a:r>
            <a:r>
              <a:rPr lang="it-IT" dirty="0" err="1"/>
              <a:t>bullet</a:t>
            </a:r>
            <a:r>
              <a:rPr lang="it-IT" dirty="0"/>
              <a:t> </a:t>
            </a:r>
            <a:r>
              <a:rPr lang="it-IT" dirty="0" err="1"/>
              <a:t>point</a:t>
            </a:r>
            <a:r>
              <a:rPr lang="it-IT" dirty="0"/>
              <a:t> text</a:t>
            </a:r>
          </a:p>
          <a:p>
            <a:pPr lvl="5"/>
            <a:r>
              <a:rPr lang="it-IT" dirty="0"/>
              <a:t>Third </a:t>
            </a:r>
            <a:r>
              <a:rPr lang="it-IT" dirty="0" err="1"/>
              <a:t>bullet</a:t>
            </a:r>
            <a:r>
              <a:rPr lang="it-IT" dirty="0"/>
              <a:t> </a:t>
            </a:r>
            <a:r>
              <a:rPr lang="it-IT" dirty="0" err="1"/>
              <a:t>point</a:t>
            </a:r>
            <a:r>
              <a:rPr lang="it-IT" dirty="0"/>
              <a:t> text</a:t>
            </a:r>
          </a:p>
          <a:p>
            <a:pPr lvl="6"/>
            <a:r>
              <a:rPr lang="it-IT" dirty="0"/>
              <a:t>First </a:t>
            </a:r>
            <a:r>
              <a:rPr lang="it-IT" dirty="0" err="1"/>
              <a:t>numbered</a:t>
            </a:r>
            <a:r>
              <a:rPr lang="it-IT" dirty="0"/>
              <a:t> text</a:t>
            </a:r>
          </a:p>
          <a:p>
            <a:pPr lvl="7"/>
            <a:r>
              <a:rPr lang="it-IT" dirty="0"/>
              <a:t>Second </a:t>
            </a:r>
            <a:r>
              <a:rPr lang="it-IT" dirty="0" err="1"/>
              <a:t>numbered</a:t>
            </a:r>
            <a:r>
              <a:rPr lang="it-IT" dirty="0"/>
              <a:t> text</a:t>
            </a:r>
          </a:p>
          <a:p>
            <a:pPr lvl="8"/>
            <a:r>
              <a:rPr lang="it-IT" dirty="0"/>
              <a:t>Third </a:t>
            </a:r>
            <a:r>
              <a:rPr lang="it-IT" dirty="0" err="1"/>
              <a:t>numbered</a:t>
            </a:r>
            <a:r>
              <a:rPr lang="it-IT" dirty="0"/>
              <a:t>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06754" y="1437651"/>
            <a:ext cx="3835261" cy="303728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600"/>
            </a:lvl7pPr>
            <a:lvl8pPr>
              <a:defRPr sz="1600"/>
            </a:lvl8pPr>
            <a:lvl9pPr>
              <a:defRPr sz="1400"/>
            </a:lvl9pPr>
          </a:lstStyle>
          <a:p>
            <a:pPr lvl="0"/>
            <a:r>
              <a:rPr lang="it-IT" dirty="0"/>
              <a:t>Basic text</a:t>
            </a:r>
          </a:p>
          <a:p>
            <a:pPr lvl="1"/>
            <a:r>
              <a:rPr lang="it-IT" dirty="0"/>
              <a:t>Text in CAPITAL LETTERS</a:t>
            </a:r>
          </a:p>
          <a:p>
            <a:pPr lvl="2"/>
            <a:r>
              <a:rPr lang="it-IT" dirty="0"/>
              <a:t>Basic green text</a:t>
            </a:r>
          </a:p>
          <a:p>
            <a:pPr lvl="3"/>
            <a:r>
              <a:rPr lang="it-IT" dirty="0"/>
              <a:t>First </a:t>
            </a:r>
            <a:r>
              <a:rPr lang="it-IT" dirty="0" err="1"/>
              <a:t>bullet</a:t>
            </a:r>
            <a:r>
              <a:rPr lang="it-IT" dirty="0"/>
              <a:t> </a:t>
            </a:r>
            <a:r>
              <a:rPr lang="it-IT" dirty="0" err="1"/>
              <a:t>point</a:t>
            </a:r>
            <a:r>
              <a:rPr lang="it-IT" dirty="0"/>
              <a:t> text</a:t>
            </a:r>
          </a:p>
          <a:p>
            <a:pPr lvl="4"/>
            <a:r>
              <a:rPr lang="it-IT" dirty="0"/>
              <a:t>Second </a:t>
            </a:r>
            <a:r>
              <a:rPr lang="it-IT" dirty="0" err="1"/>
              <a:t>bullet</a:t>
            </a:r>
            <a:r>
              <a:rPr lang="it-IT" dirty="0"/>
              <a:t> </a:t>
            </a:r>
            <a:r>
              <a:rPr lang="it-IT" dirty="0" err="1"/>
              <a:t>point</a:t>
            </a:r>
            <a:r>
              <a:rPr lang="it-IT" dirty="0"/>
              <a:t> text</a:t>
            </a:r>
          </a:p>
          <a:p>
            <a:pPr lvl="5"/>
            <a:r>
              <a:rPr lang="it-IT" dirty="0"/>
              <a:t>Third </a:t>
            </a:r>
            <a:r>
              <a:rPr lang="it-IT" dirty="0" err="1"/>
              <a:t>bullet</a:t>
            </a:r>
            <a:r>
              <a:rPr lang="it-IT" dirty="0"/>
              <a:t> </a:t>
            </a:r>
            <a:r>
              <a:rPr lang="it-IT" dirty="0" err="1"/>
              <a:t>point</a:t>
            </a:r>
            <a:r>
              <a:rPr lang="it-IT" dirty="0"/>
              <a:t> text</a:t>
            </a:r>
          </a:p>
          <a:p>
            <a:pPr lvl="6"/>
            <a:r>
              <a:rPr lang="it-IT" dirty="0"/>
              <a:t>First </a:t>
            </a:r>
            <a:r>
              <a:rPr lang="it-IT" dirty="0" err="1"/>
              <a:t>numbered</a:t>
            </a:r>
            <a:r>
              <a:rPr lang="it-IT" dirty="0"/>
              <a:t> text</a:t>
            </a:r>
          </a:p>
          <a:p>
            <a:pPr lvl="7"/>
            <a:r>
              <a:rPr lang="it-IT" dirty="0"/>
              <a:t>Second </a:t>
            </a:r>
            <a:r>
              <a:rPr lang="it-IT" dirty="0" err="1"/>
              <a:t>numbered</a:t>
            </a:r>
            <a:r>
              <a:rPr lang="it-IT" dirty="0"/>
              <a:t> text</a:t>
            </a:r>
          </a:p>
          <a:p>
            <a:pPr lvl="8"/>
            <a:r>
              <a:rPr lang="it-IT" dirty="0"/>
              <a:t>Third </a:t>
            </a:r>
            <a:r>
              <a:rPr lang="it-IT" dirty="0" err="1"/>
              <a:t>numbered</a:t>
            </a:r>
            <a:r>
              <a:rPr lang="it-IT" dirty="0"/>
              <a:t> text</a:t>
            </a:r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573852" y="408191"/>
            <a:ext cx="7968163" cy="266461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cap="all" baseline="0" dirty="0"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INSERT YOUR TITLE HERE</a:t>
            </a:r>
            <a:endParaRPr 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0" hasCustomPrompt="1"/>
          </p:nvPr>
        </p:nvSpPr>
        <p:spPr>
          <a:xfrm>
            <a:off x="573852" y="753750"/>
            <a:ext cx="7968163" cy="328820"/>
          </a:xfrm>
        </p:spPr>
        <p:txBody>
          <a:bodyPr lIns="0" bIns="0" anchor="ctr">
            <a:noAutofit/>
          </a:bodyPr>
          <a:lstStyle>
            <a:lvl1pPr marL="0" indent="0" algn="ctr">
              <a:buNone/>
              <a:defRPr sz="1600" b="0" cap="all">
                <a:solidFill>
                  <a:schemeClr val="tx1"/>
                </a:solidFill>
                <a:latin typeface="Arial Black" panose="020B0A04020102020204" pitchFamily="34" charset="0"/>
                <a:cs typeface="Arial Black" panose="020B0A040201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subtitle</a:t>
            </a:r>
            <a:r>
              <a:rPr lang="it-IT" dirty="0"/>
              <a:t> </a:t>
            </a:r>
            <a:r>
              <a:rPr lang="it-IT" dirty="0" err="1"/>
              <a:t>here</a:t>
            </a:r>
            <a:endParaRPr lang="en-US" dirty="0"/>
          </a:p>
        </p:txBody>
      </p:sp>
      <p:pic>
        <p:nvPicPr>
          <p:cNvPr id="9" name="Bild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308" y="4807868"/>
            <a:ext cx="217532" cy="21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301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on Black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tangolo 6"/>
          <p:cNvSpPr/>
          <p:nvPr userDrawn="1"/>
        </p:nvSpPr>
        <p:spPr>
          <a:xfrm>
            <a:off x="0" y="0"/>
            <a:ext cx="9144000" cy="124913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573852" y="408191"/>
            <a:ext cx="7968163" cy="266461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cap="all" baseline="0" dirty="0"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INSERT YOUR TITLE HERE</a:t>
            </a:r>
            <a:endParaRPr lang="en-US" dirty="0"/>
          </a:p>
        </p:txBody>
      </p:sp>
      <p:sp>
        <p:nvSpPr>
          <p:cNvPr id="12" name="Segnaposto immagine 5"/>
          <p:cNvSpPr>
            <a:spLocks noGrp="1"/>
          </p:cNvSpPr>
          <p:nvPr>
            <p:ph type="pic" sz="quarter" idx="11"/>
          </p:nvPr>
        </p:nvSpPr>
        <p:spPr>
          <a:xfrm>
            <a:off x="0" y="1250541"/>
            <a:ext cx="9144000" cy="262909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pic>
        <p:nvPicPr>
          <p:cNvPr id="8" name="Bild 5" descr="runningman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308" y="4807868"/>
            <a:ext cx="217532" cy="217532"/>
          </a:xfrm>
          <a:prstGeom prst="rect">
            <a:avLst/>
          </a:prstGeom>
        </p:spPr>
      </p:pic>
      <p:sp>
        <p:nvSpPr>
          <p:cNvPr id="7" name="Subtitle 2"/>
          <p:cNvSpPr>
            <a:spLocks noGrp="1"/>
          </p:cNvSpPr>
          <p:nvPr>
            <p:ph type="subTitle" idx="12" hasCustomPrompt="1"/>
          </p:nvPr>
        </p:nvSpPr>
        <p:spPr>
          <a:xfrm>
            <a:off x="573852" y="753750"/>
            <a:ext cx="7968163" cy="328820"/>
          </a:xfrm>
        </p:spPr>
        <p:txBody>
          <a:bodyPr lIns="0" bIns="0" anchor="ctr">
            <a:noAutofit/>
          </a:bodyPr>
          <a:lstStyle>
            <a:lvl1pPr marL="0" indent="0" algn="ctr">
              <a:buNone/>
              <a:defRPr sz="1600" b="0" cap="all">
                <a:solidFill>
                  <a:schemeClr val="tx1"/>
                </a:solidFill>
                <a:latin typeface="Arial Black" panose="020B0A04020102020204" pitchFamily="34" charset="0"/>
                <a:cs typeface="Arial Black" panose="020B0A040201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subtitle</a:t>
            </a:r>
            <a:r>
              <a:rPr lang="it-IT" dirty="0"/>
              <a:t> </a:t>
            </a:r>
            <a:r>
              <a:rPr lang="it-IT" dirty="0" err="1"/>
              <a:t>here</a:t>
            </a:r>
            <a:endParaRPr lang="en-US" dirty="0"/>
          </a:p>
        </p:txBody>
      </p:sp>
      <p:sp>
        <p:nvSpPr>
          <p:cNvPr id="10" name="Rettangolo 7"/>
          <p:cNvSpPr/>
          <p:nvPr userDrawn="1"/>
        </p:nvSpPr>
        <p:spPr>
          <a:xfrm>
            <a:off x="0" y="3879632"/>
            <a:ext cx="9144000" cy="124913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6" name="Bild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990" y="4806870"/>
            <a:ext cx="217532" cy="21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0213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ERT Image + sid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73853" y="1437651"/>
            <a:ext cx="2994538" cy="303728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600"/>
            </a:lvl7pPr>
            <a:lvl8pPr>
              <a:defRPr sz="1600"/>
            </a:lvl8pPr>
            <a:lvl9pPr>
              <a:defRPr sz="1400"/>
            </a:lvl9pPr>
          </a:lstStyle>
          <a:p>
            <a:pPr lvl="0"/>
            <a:r>
              <a:rPr lang="it-IT" dirty="0"/>
              <a:t>Basic text</a:t>
            </a:r>
          </a:p>
          <a:p>
            <a:pPr lvl="1"/>
            <a:r>
              <a:rPr lang="it-IT" dirty="0"/>
              <a:t>Text in CAPITAL LETTERS</a:t>
            </a:r>
          </a:p>
          <a:p>
            <a:pPr lvl="2"/>
            <a:r>
              <a:rPr lang="it-IT" dirty="0"/>
              <a:t>Basic green text</a:t>
            </a:r>
          </a:p>
          <a:p>
            <a:pPr lvl="3"/>
            <a:r>
              <a:rPr lang="it-IT" dirty="0"/>
              <a:t>First </a:t>
            </a:r>
            <a:r>
              <a:rPr lang="it-IT" dirty="0" err="1"/>
              <a:t>bullet</a:t>
            </a:r>
            <a:r>
              <a:rPr lang="it-IT" dirty="0"/>
              <a:t> </a:t>
            </a:r>
            <a:r>
              <a:rPr lang="it-IT" dirty="0" err="1"/>
              <a:t>point</a:t>
            </a:r>
            <a:r>
              <a:rPr lang="it-IT" dirty="0"/>
              <a:t> text</a:t>
            </a:r>
          </a:p>
          <a:p>
            <a:pPr lvl="4"/>
            <a:r>
              <a:rPr lang="it-IT" dirty="0"/>
              <a:t>Second </a:t>
            </a:r>
            <a:r>
              <a:rPr lang="it-IT" dirty="0" err="1"/>
              <a:t>bullet</a:t>
            </a:r>
            <a:r>
              <a:rPr lang="it-IT" dirty="0"/>
              <a:t> </a:t>
            </a:r>
            <a:r>
              <a:rPr lang="it-IT" dirty="0" err="1"/>
              <a:t>point</a:t>
            </a:r>
            <a:r>
              <a:rPr lang="it-IT" dirty="0"/>
              <a:t> text</a:t>
            </a:r>
          </a:p>
          <a:p>
            <a:pPr lvl="5"/>
            <a:r>
              <a:rPr lang="it-IT" dirty="0"/>
              <a:t>Third </a:t>
            </a:r>
            <a:r>
              <a:rPr lang="it-IT" dirty="0" err="1"/>
              <a:t>bullet</a:t>
            </a:r>
            <a:r>
              <a:rPr lang="it-IT" dirty="0"/>
              <a:t> </a:t>
            </a:r>
            <a:r>
              <a:rPr lang="it-IT" dirty="0" err="1"/>
              <a:t>point</a:t>
            </a:r>
            <a:r>
              <a:rPr lang="it-IT" dirty="0"/>
              <a:t> text</a:t>
            </a:r>
          </a:p>
          <a:p>
            <a:pPr lvl="6"/>
            <a:r>
              <a:rPr lang="it-IT" dirty="0"/>
              <a:t>First </a:t>
            </a:r>
            <a:r>
              <a:rPr lang="it-IT" dirty="0" err="1"/>
              <a:t>numbered</a:t>
            </a:r>
            <a:r>
              <a:rPr lang="it-IT" dirty="0"/>
              <a:t> text</a:t>
            </a:r>
          </a:p>
          <a:p>
            <a:pPr lvl="7"/>
            <a:r>
              <a:rPr lang="it-IT" dirty="0"/>
              <a:t>Second </a:t>
            </a:r>
            <a:r>
              <a:rPr lang="it-IT" dirty="0" err="1"/>
              <a:t>numbered</a:t>
            </a:r>
            <a:r>
              <a:rPr lang="it-IT" dirty="0"/>
              <a:t> text</a:t>
            </a:r>
          </a:p>
          <a:p>
            <a:pPr lvl="8"/>
            <a:r>
              <a:rPr lang="it-IT" dirty="0"/>
              <a:t>Third </a:t>
            </a:r>
            <a:r>
              <a:rPr lang="it-IT" dirty="0" err="1"/>
              <a:t>numbered</a:t>
            </a:r>
            <a:r>
              <a:rPr lang="it-IT" dirty="0"/>
              <a:t> text</a:t>
            </a:r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573852" y="408191"/>
            <a:ext cx="7968163" cy="266461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cap="all" baseline="0" dirty="0"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INSERT YOUR TITLE HERE</a:t>
            </a:r>
            <a:endParaRPr lang="en-US" dirty="0"/>
          </a:p>
        </p:txBody>
      </p:sp>
      <p:sp>
        <p:nvSpPr>
          <p:cNvPr id="12" name="Segnaposto immagine 5"/>
          <p:cNvSpPr>
            <a:spLocks noGrp="1"/>
          </p:cNvSpPr>
          <p:nvPr>
            <p:ph type="pic" sz="quarter" idx="11"/>
          </p:nvPr>
        </p:nvSpPr>
        <p:spPr>
          <a:xfrm>
            <a:off x="4025590" y="1417013"/>
            <a:ext cx="5118410" cy="30368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2" hasCustomPrompt="1"/>
          </p:nvPr>
        </p:nvSpPr>
        <p:spPr>
          <a:xfrm>
            <a:off x="573852" y="753750"/>
            <a:ext cx="7968163" cy="328820"/>
          </a:xfrm>
        </p:spPr>
        <p:txBody>
          <a:bodyPr lIns="0" bIns="0" anchor="ctr">
            <a:noAutofit/>
          </a:bodyPr>
          <a:lstStyle>
            <a:lvl1pPr marL="0" indent="0" algn="ctr">
              <a:buNone/>
              <a:defRPr sz="1600" b="0" cap="all">
                <a:solidFill>
                  <a:schemeClr val="tx1"/>
                </a:solidFill>
                <a:latin typeface="Arial Black" panose="020B0A04020102020204" pitchFamily="34" charset="0"/>
                <a:cs typeface="Arial Black" panose="020B0A040201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subtitle</a:t>
            </a:r>
            <a:r>
              <a:rPr lang="it-IT" dirty="0"/>
              <a:t> </a:t>
            </a:r>
            <a:r>
              <a:rPr lang="it-IT" dirty="0" err="1"/>
              <a:t>here</a:t>
            </a:r>
            <a:endParaRPr lang="en-US" dirty="0"/>
          </a:p>
        </p:txBody>
      </p:sp>
      <p:pic>
        <p:nvPicPr>
          <p:cNvPr id="9" name="Bild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308" y="4807868"/>
            <a:ext cx="217532" cy="21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3281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ERT Gradient + sid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73853" y="1437651"/>
            <a:ext cx="2994538" cy="303728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600"/>
            </a:lvl7pPr>
            <a:lvl8pPr>
              <a:defRPr sz="1600"/>
            </a:lvl8pPr>
            <a:lvl9pPr>
              <a:defRPr sz="1400"/>
            </a:lvl9pPr>
          </a:lstStyle>
          <a:p>
            <a:pPr lvl="0"/>
            <a:r>
              <a:rPr lang="it-IT" dirty="0"/>
              <a:t>Basic text</a:t>
            </a:r>
          </a:p>
          <a:p>
            <a:pPr lvl="1"/>
            <a:r>
              <a:rPr lang="it-IT" dirty="0"/>
              <a:t>Text in CAPITAL </a:t>
            </a:r>
            <a:r>
              <a:rPr lang="it-IT" dirty="0" err="1"/>
              <a:t>LeTTERS</a:t>
            </a:r>
            <a:endParaRPr lang="it-IT" dirty="0"/>
          </a:p>
          <a:p>
            <a:pPr lvl="2"/>
            <a:r>
              <a:rPr lang="it-IT" dirty="0"/>
              <a:t>Basic green text</a:t>
            </a:r>
          </a:p>
          <a:p>
            <a:pPr lvl="3"/>
            <a:r>
              <a:rPr lang="it-IT" dirty="0"/>
              <a:t>First </a:t>
            </a:r>
            <a:r>
              <a:rPr lang="it-IT" dirty="0" err="1"/>
              <a:t>bullet</a:t>
            </a:r>
            <a:r>
              <a:rPr lang="it-IT" dirty="0"/>
              <a:t> </a:t>
            </a:r>
            <a:r>
              <a:rPr lang="it-IT" dirty="0" err="1"/>
              <a:t>point</a:t>
            </a:r>
            <a:r>
              <a:rPr lang="it-IT" dirty="0"/>
              <a:t> text</a:t>
            </a:r>
          </a:p>
          <a:p>
            <a:pPr lvl="4"/>
            <a:r>
              <a:rPr lang="it-IT" dirty="0"/>
              <a:t>Second </a:t>
            </a:r>
            <a:r>
              <a:rPr lang="it-IT" dirty="0" err="1"/>
              <a:t>bullet</a:t>
            </a:r>
            <a:r>
              <a:rPr lang="it-IT" dirty="0"/>
              <a:t> </a:t>
            </a:r>
            <a:r>
              <a:rPr lang="it-IT" dirty="0" err="1"/>
              <a:t>point</a:t>
            </a:r>
            <a:r>
              <a:rPr lang="it-IT" dirty="0"/>
              <a:t> text</a:t>
            </a:r>
          </a:p>
          <a:p>
            <a:pPr lvl="5"/>
            <a:r>
              <a:rPr lang="it-IT" dirty="0"/>
              <a:t>Third </a:t>
            </a:r>
            <a:r>
              <a:rPr lang="it-IT" dirty="0" err="1"/>
              <a:t>bullet</a:t>
            </a:r>
            <a:r>
              <a:rPr lang="it-IT" dirty="0"/>
              <a:t> </a:t>
            </a:r>
            <a:r>
              <a:rPr lang="it-IT" dirty="0" err="1"/>
              <a:t>point</a:t>
            </a:r>
            <a:r>
              <a:rPr lang="it-IT" dirty="0"/>
              <a:t> text</a:t>
            </a:r>
          </a:p>
          <a:p>
            <a:pPr lvl="6"/>
            <a:r>
              <a:rPr lang="it-IT" dirty="0"/>
              <a:t>First </a:t>
            </a:r>
            <a:r>
              <a:rPr lang="it-IT" dirty="0" err="1"/>
              <a:t>numbered</a:t>
            </a:r>
            <a:r>
              <a:rPr lang="it-IT" dirty="0"/>
              <a:t> text</a:t>
            </a:r>
          </a:p>
          <a:p>
            <a:pPr lvl="7"/>
            <a:r>
              <a:rPr lang="it-IT" dirty="0"/>
              <a:t>Second </a:t>
            </a:r>
            <a:r>
              <a:rPr lang="it-IT" dirty="0" err="1"/>
              <a:t>numbered</a:t>
            </a:r>
            <a:r>
              <a:rPr lang="it-IT" dirty="0"/>
              <a:t> text</a:t>
            </a:r>
          </a:p>
          <a:p>
            <a:pPr lvl="8"/>
            <a:r>
              <a:rPr lang="it-IT" dirty="0"/>
              <a:t>Third </a:t>
            </a:r>
            <a:r>
              <a:rPr lang="it-IT" dirty="0" err="1"/>
              <a:t>numbered</a:t>
            </a:r>
            <a:r>
              <a:rPr lang="it-IT" dirty="0"/>
              <a:t> text</a:t>
            </a:r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573852" y="408191"/>
            <a:ext cx="7968163" cy="266461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cap="all" baseline="0" dirty="0"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INSERT YOUR TITLE HERE</a:t>
            </a:r>
            <a:endParaRPr lang="en-US" dirty="0"/>
          </a:p>
        </p:txBody>
      </p:sp>
      <p:pic>
        <p:nvPicPr>
          <p:cNvPr id="2" name="Immagine 1" descr="Reply Green 0.png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78"/>
          <a:stretch/>
        </p:blipFill>
        <p:spPr>
          <a:xfrm>
            <a:off x="4029395" y="1416656"/>
            <a:ext cx="5114605" cy="3037283"/>
          </a:xfrm>
          <a:prstGeom prst="rect">
            <a:avLst/>
          </a:prstGeom>
        </p:spPr>
      </p:pic>
      <p:sp>
        <p:nvSpPr>
          <p:cNvPr id="12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4352740" y="2858737"/>
            <a:ext cx="4616786" cy="619319"/>
          </a:xfrm>
        </p:spPr>
        <p:txBody>
          <a:bodyPr anchor="t"/>
          <a:lstStyle>
            <a:lvl1pPr>
              <a:defRPr sz="4000" cap="all" spc="-100">
                <a:solidFill>
                  <a:srgbClr val="FFFFFF"/>
                </a:solidFill>
                <a:latin typeface="Arial Black"/>
                <a:cs typeface="Arial Black"/>
              </a:defRPr>
            </a:lvl1pPr>
            <a:lvl2pPr>
              <a:defRPr sz="4000">
                <a:latin typeface="Arial Black"/>
                <a:cs typeface="Arial Black"/>
              </a:defRPr>
            </a:lvl2pPr>
            <a:lvl3pPr>
              <a:defRPr sz="4000">
                <a:latin typeface="Arial Black"/>
                <a:cs typeface="Arial Black"/>
              </a:defRPr>
            </a:lvl3pPr>
            <a:lvl4pPr>
              <a:defRPr sz="4000">
                <a:latin typeface="Arial Black"/>
                <a:cs typeface="Arial Black"/>
              </a:defRPr>
            </a:lvl4pPr>
            <a:lvl5pPr>
              <a:defRPr sz="4000">
                <a:latin typeface="Arial Black"/>
                <a:cs typeface="Arial Black"/>
              </a:defRPr>
            </a:lvl5pPr>
            <a:lvl6pPr>
              <a:defRPr sz="4000">
                <a:latin typeface="Arial Black"/>
                <a:cs typeface="Arial Black"/>
              </a:defRPr>
            </a:lvl6pPr>
            <a:lvl7pPr>
              <a:defRPr sz="4000">
                <a:latin typeface="Arial Black"/>
                <a:cs typeface="Arial Black"/>
              </a:defRPr>
            </a:lvl7pPr>
            <a:lvl8pPr>
              <a:defRPr sz="4000">
                <a:latin typeface="Arial Black"/>
                <a:cs typeface="Arial Black"/>
              </a:defRPr>
            </a:lvl8pPr>
            <a:lvl9pPr>
              <a:defRPr sz="4000">
                <a:latin typeface="Arial Black"/>
                <a:cs typeface="Arial Black"/>
              </a:defRPr>
            </a:lvl9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half" idx="12" hasCustomPrompt="1"/>
          </p:nvPr>
        </p:nvSpPr>
        <p:spPr>
          <a:xfrm>
            <a:off x="4352740" y="1903019"/>
            <a:ext cx="4616786" cy="320156"/>
          </a:xfrm>
        </p:spPr>
        <p:txBody>
          <a:bodyPr/>
          <a:lstStyle>
            <a:lvl1pPr>
              <a:defRPr sz="1600">
                <a:solidFill>
                  <a:srgbClr val="FFFFFF"/>
                </a:solidFill>
              </a:defRPr>
            </a:lvl1pPr>
            <a:lvl2pPr marL="0" indent="0">
              <a:buFont typeface="+mj-lt"/>
              <a:buNone/>
              <a:defRPr sz="1400">
                <a:solidFill>
                  <a:schemeClr val="tx1"/>
                </a:solidFill>
              </a:defRPr>
            </a:lvl2pPr>
            <a:lvl3pPr marL="0" indent="0">
              <a:buFont typeface="+mj-lt"/>
              <a:buNone/>
              <a:defRPr sz="1400">
                <a:solidFill>
                  <a:schemeClr val="tx1"/>
                </a:solidFill>
              </a:defRPr>
            </a:lvl3pPr>
            <a:lvl4pPr marL="0" indent="0">
              <a:buFont typeface="+mj-lt"/>
              <a:buNone/>
              <a:defRPr sz="1400">
                <a:solidFill>
                  <a:schemeClr val="tx1"/>
                </a:solidFill>
              </a:defRPr>
            </a:lvl4pPr>
            <a:lvl5pPr marL="0" indent="0">
              <a:buFont typeface="+mj-lt"/>
              <a:buNone/>
              <a:defRPr sz="1400">
                <a:solidFill>
                  <a:schemeClr val="tx1"/>
                </a:solidFill>
              </a:defRPr>
            </a:lvl5pPr>
            <a:lvl6pPr marL="0" indent="0">
              <a:buFont typeface="+mj-lt"/>
              <a:buNone/>
              <a:defRPr sz="1400">
                <a:solidFill>
                  <a:schemeClr val="tx1"/>
                </a:solidFill>
              </a:defRPr>
            </a:lvl6pPr>
            <a:lvl7pPr marL="0" indent="0">
              <a:buFont typeface="+mj-lt"/>
              <a:buNone/>
              <a:defRPr sz="1400">
                <a:solidFill>
                  <a:schemeClr val="tx1"/>
                </a:solidFill>
              </a:defRPr>
            </a:lvl7pPr>
            <a:lvl8pPr marL="0" indent="0">
              <a:buFont typeface="+mj-lt"/>
              <a:buNone/>
              <a:defRPr sz="1400">
                <a:solidFill>
                  <a:schemeClr val="tx1"/>
                </a:solidFill>
              </a:defRPr>
            </a:lvl8pPr>
            <a:lvl9pPr marL="0" indent="0">
              <a:buFont typeface="+mj-lt"/>
              <a:buNone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it-IT" dirty="0"/>
              <a:t>Basic text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3" hasCustomPrompt="1"/>
          </p:nvPr>
        </p:nvSpPr>
        <p:spPr>
          <a:xfrm>
            <a:off x="573852" y="753750"/>
            <a:ext cx="7968163" cy="328820"/>
          </a:xfrm>
        </p:spPr>
        <p:txBody>
          <a:bodyPr lIns="0" bIns="0" anchor="ctr">
            <a:noAutofit/>
          </a:bodyPr>
          <a:lstStyle>
            <a:lvl1pPr marL="0" indent="0" algn="ctr">
              <a:buNone/>
              <a:defRPr sz="1600" b="0" cap="all">
                <a:solidFill>
                  <a:schemeClr val="tx1"/>
                </a:solidFill>
                <a:latin typeface="Arial Black" panose="020B0A04020102020204" pitchFamily="34" charset="0"/>
                <a:cs typeface="Arial Black" panose="020B0A040201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subtitle</a:t>
            </a:r>
            <a:r>
              <a:rPr lang="it-IT" dirty="0"/>
              <a:t> </a:t>
            </a:r>
            <a:r>
              <a:rPr lang="it-IT" dirty="0" err="1"/>
              <a:t>here</a:t>
            </a:r>
            <a:endParaRPr lang="en-US" dirty="0"/>
          </a:p>
        </p:txBody>
      </p:sp>
      <p:pic>
        <p:nvPicPr>
          <p:cNvPr id="11" name="Bild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308" y="4807868"/>
            <a:ext cx="217532" cy="21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2350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91287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Reply Green 0.png"/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7" b="58"/>
          <a:stretch/>
        </p:blipFill>
        <p:spPr>
          <a:xfrm>
            <a:off x="-1" y="-11760"/>
            <a:ext cx="9180513" cy="5184000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1156023" y="2010229"/>
            <a:ext cx="7003440" cy="1321697"/>
          </a:xfrm>
        </p:spPr>
        <p:txBody>
          <a:bodyPr anchor="ctr"/>
          <a:lstStyle>
            <a:lvl1pPr>
              <a:lnSpc>
                <a:spcPct val="80000"/>
              </a:lnSpc>
              <a:defRPr lang="en-US" sz="6000" i="0" u="none" kern="1200" cap="all" spc="-100" baseline="0" dirty="0">
                <a:solidFill>
                  <a:srgbClr val="FFFFFF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title</a:t>
            </a:r>
            <a:r>
              <a:rPr lang="it-IT" dirty="0"/>
              <a:t> </a:t>
            </a:r>
            <a:r>
              <a:rPr lang="it-IT" dirty="0" err="1"/>
              <a:t>here</a:t>
            </a:r>
            <a:endParaRPr 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56022" y="3375892"/>
            <a:ext cx="7003441" cy="328820"/>
          </a:xfrm>
        </p:spPr>
        <p:txBody>
          <a:bodyPr lIns="0" bIns="0" anchor="t">
            <a:noAutofit/>
          </a:bodyPr>
          <a:lstStyle>
            <a:lvl1pPr marL="0" indent="0" algn="ctr">
              <a:buNone/>
              <a:defRPr sz="1800" b="0" cap="none">
                <a:solidFill>
                  <a:srgbClr val="FFFFFF"/>
                </a:solidFill>
                <a:latin typeface="+mn-lt"/>
                <a:cs typeface="Arial Black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subtitle</a:t>
            </a:r>
            <a:r>
              <a:rPr lang="it-IT" dirty="0"/>
              <a:t> </a:t>
            </a:r>
            <a:r>
              <a:rPr lang="it-IT" dirty="0" err="1"/>
              <a:t>here</a:t>
            </a:r>
            <a:endParaRPr lang="en-US" dirty="0"/>
          </a:p>
        </p:txBody>
      </p:sp>
      <p:pic>
        <p:nvPicPr>
          <p:cNvPr id="11" name="Bild 6" descr="Unbenannt-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8300" y="4723084"/>
            <a:ext cx="901701" cy="24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941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0" tIns="45720" rIns="91440" bIns="0" rtlCol="0" anchor="t">
            <a:noAutofit/>
          </a:bodyPr>
          <a:lstStyle/>
          <a:p>
            <a:r>
              <a:rPr lang="it-IT" dirty="0"/>
              <a:t>CLICK TO CHANGE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6782"/>
            <a:ext cx="8229600" cy="33944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 dirty="0"/>
              <a:t>Basic text</a:t>
            </a:r>
          </a:p>
          <a:p>
            <a:pPr lvl="1"/>
            <a:r>
              <a:rPr lang="it-IT" dirty="0"/>
              <a:t>Text in CAPITAL </a:t>
            </a:r>
            <a:r>
              <a:rPr lang="it-IT" dirty="0" err="1"/>
              <a:t>LeTTERS</a:t>
            </a:r>
            <a:endParaRPr lang="it-IT" dirty="0"/>
          </a:p>
          <a:p>
            <a:pPr lvl="3"/>
            <a:r>
              <a:rPr lang="it-IT" dirty="0"/>
              <a:t>First </a:t>
            </a:r>
            <a:r>
              <a:rPr lang="it-IT" dirty="0" err="1"/>
              <a:t>bullet</a:t>
            </a:r>
            <a:r>
              <a:rPr lang="it-IT" dirty="0"/>
              <a:t> </a:t>
            </a:r>
            <a:r>
              <a:rPr lang="it-IT" dirty="0" err="1"/>
              <a:t>point</a:t>
            </a:r>
            <a:r>
              <a:rPr lang="it-IT" dirty="0"/>
              <a:t> text</a:t>
            </a:r>
          </a:p>
          <a:p>
            <a:pPr lvl="4"/>
            <a:r>
              <a:rPr lang="it-IT" dirty="0"/>
              <a:t>Second </a:t>
            </a:r>
            <a:r>
              <a:rPr lang="it-IT" dirty="0" err="1"/>
              <a:t>bullet</a:t>
            </a:r>
            <a:r>
              <a:rPr lang="it-IT" dirty="0"/>
              <a:t> </a:t>
            </a:r>
            <a:r>
              <a:rPr lang="it-IT" dirty="0" err="1"/>
              <a:t>point</a:t>
            </a:r>
            <a:r>
              <a:rPr lang="it-IT" dirty="0"/>
              <a:t> text</a:t>
            </a:r>
          </a:p>
          <a:p>
            <a:pPr lvl="5"/>
            <a:r>
              <a:rPr lang="it-IT" dirty="0"/>
              <a:t>Third </a:t>
            </a:r>
            <a:r>
              <a:rPr lang="it-IT" dirty="0" err="1"/>
              <a:t>bullet</a:t>
            </a:r>
            <a:r>
              <a:rPr lang="it-IT" dirty="0"/>
              <a:t> </a:t>
            </a:r>
            <a:r>
              <a:rPr lang="it-IT" dirty="0" err="1"/>
              <a:t>point</a:t>
            </a:r>
            <a:r>
              <a:rPr lang="it-IT" dirty="0"/>
              <a:t> text</a:t>
            </a:r>
          </a:p>
          <a:p>
            <a:pPr marL="514350" lvl="6" indent="-514350" algn="l" defTabSz="457200" rtl="0" eaLnBrk="1" latinLnBrk="0" hangingPunct="1">
              <a:lnSpc>
                <a:spcPct val="150000"/>
              </a:lnSpc>
              <a:spcBef>
                <a:spcPts val="600"/>
              </a:spcBef>
              <a:buClr>
                <a:schemeClr val="tx2"/>
              </a:buClr>
              <a:buSzPct val="130000"/>
              <a:buFont typeface="+mj-lt"/>
              <a:buAutoNum type="arabicPeriod"/>
            </a:pPr>
            <a:r>
              <a:rPr lang="it-IT" dirty="0"/>
              <a:t>First </a:t>
            </a:r>
            <a:r>
              <a:rPr lang="it-IT" dirty="0" err="1"/>
              <a:t>numbered</a:t>
            </a:r>
            <a:r>
              <a:rPr lang="it-IT" dirty="0"/>
              <a:t> text</a:t>
            </a:r>
          </a:p>
          <a:p>
            <a:pPr lvl="7"/>
            <a:r>
              <a:rPr lang="it-IT" dirty="0"/>
              <a:t>Second </a:t>
            </a:r>
            <a:r>
              <a:rPr lang="it-IT" dirty="0" err="1"/>
              <a:t>numbered</a:t>
            </a:r>
            <a:r>
              <a:rPr lang="it-IT" dirty="0"/>
              <a:t> text</a:t>
            </a:r>
          </a:p>
          <a:p>
            <a:pPr lvl="8"/>
            <a:r>
              <a:rPr lang="it-IT" dirty="0"/>
              <a:t>Third </a:t>
            </a:r>
            <a:r>
              <a:rPr lang="it-IT" dirty="0" err="1"/>
              <a:t>numbered</a:t>
            </a:r>
            <a:r>
              <a:rPr lang="it-IT" dirty="0"/>
              <a:t>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7112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81" r:id="rId4"/>
    <p:sldLayoutId id="2147483677" r:id="rId5"/>
    <p:sldLayoutId id="2147483683" r:id="rId6"/>
    <p:sldLayoutId id="2147483684" r:id="rId7"/>
    <p:sldLayoutId id="2147483666" r:id="rId8"/>
    <p:sldLayoutId id="2147483680" r:id="rId9"/>
    <p:sldLayoutId id="2147483664" r:id="rId10"/>
    <p:sldLayoutId id="2147483685" r:id="rId11"/>
    <p:sldLayoutId id="2147483678" r:id="rId12"/>
    <p:sldLayoutId id="2147483679" r:id="rId13"/>
    <p:sldLayoutId id="2147483667" r:id="rId14"/>
    <p:sldLayoutId id="2147483671" r:id="rId15"/>
  </p:sldLayoutIdLst>
  <p:hf sldNum="0" hdr="0" ft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3200" kern="1200">
          <a:solidFill>
            <a:schemeClr val="tx1"/>
          </a:solidFill>
          <a:latin typeface="Arial Black" panose="020B0A04020102020204" pitchFamily="34" charset="0"/>
          <a:ea typeface="+mj-ea"/>
          <a:cs typeface="Arial Black" panose="020B0A040201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itchFamily="34" charset="0"/>
        <a:buNone/>
        <a:defRPr sz="1800" b="0" i="0" kern="1200" cap="all">
          <a:solidFill>
            <a:schemeClr val="tx2"/>
          </a:solidFill>
          <a:latin typeface="Arial"/>
          <a:ea typeface="+mn-ea"/>
          <a:cs typeface="Arial"/>
        </a:defRPr>
      </a:lvl2pPr>
      <a:lvl3pPr marL="0" indent="0" algn="l" defTabSz="914400" rtl="0" eaLnBrk="1" latinLnBrk="0" hangingPunct="1">
        <a:lnSpc>
          <a:spcPct val="120000"/>
        </a:lnSpc>
        <a:spcBef>
          <a:spcPts val="600"/>
        </a:spcBef>
        <a:buFont typeface="Arial" pitchFamily="34" charset="0"/>
        <a:buNone/>
        <a:defRPr sz="1400" b="0" i="0" kern="1200">
          <a:solidFill>
            <a:schemeClr val="tx2"/>
          </a:solidFill>
          <a:latin typeface="Arial"/>
          <a:ea typeface="+mn-ea"/>
          <a:cs typeface="Arial"/>
        </a:defRPr>
      </a:lvl3pPr>
      <a:lvl4pPr marL="180000" indent="-180000" algn="l" defTabSz="914400" rtl="0" eaLnBrk="1" latinLnBrk="0" hangingPunct="1">
        <a:lnSpc>
          <a:spcPct val="120000"/>
        </a:lnSpc>
        <a:spcBef>
          <a:spcPts val="600"/>
        </a:spcBef>
        <a:buClr>
          <a:schemeClr val="tx2"/>
        </a:buClr>
        <a:buSzPct val="130000"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60000" indent="-180000" algn="l" defTabSz="914400" rtl="0" eaLnBrk="1" latinLnBrk="0" hangingPunct="1">
        <a:lnSpc>
          <a:spcPct val="120000"/>
        </a:lnSpc>
        <a:spcBef>
          <a:spcPts val="600"/>
        </a:spcBef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180000" algn="l" defTabSz="914400" rtl="0" eaLnBrk="1" latinLnBrk="0" hangingPunct="1">
        <a:lnSpc>
          <a:spcPct val="120000"/>
        </a:lnSpc>
        <a:spcBef>
          <a:spcPts val="600"/>
        </a:spcBef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0000" indent="-180000" algn="l" defTabSz="914400" rtl="0" eaLnBrk="1" latinLnBrk="0" hangingPunct="1">
        <a:lnSpc>
          <a:spcPct val="120000"/>
        </a:lnSpc>
        <a:spcBef>
          <a:spcPts val="600"/>
        </a:spcBef>
        <a:buClr>
          <a:schemeClr val="tx2"/>
        </a:buClr>
        <a:buFont typeface="+mj-lt"/>
        <a:buAutoNum type="arabicPeriod"/>
        <a:defRPr lang="it-IT" sz="1800" kern="1200" baseline="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60000" indent="-180000" algn="l" defTabSz="914400" rtl="0" eaLnBrk="1" latinLnBrk="0" hangingPunct="1">
        <a:lnSpc>
          <a:spcPct val="120000"/>
        </a:lnSpc>
        <a:spcBef>
          <a:spcPts val="600"/>
        </a:spcBef>
        <a:buClr>
          <a:schemeClr val="tx2"/>
        </a:buClr>
        <a:buFont typeface="+mj-lt"/>
        <a:buAutoNum type="arabicPeriod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540000" indent="-180000" algn="l" defTabSz="914400" rtl="0" eaLnBrk="1" latinLnBrk="0" hangingPunct="1">
        <a:lnSpc>
          <a:spcPct val="120000"/>
        </a:lnSpc>
        <a:spcBef>
          <a:spcPts val="600"/>
        </a:spcBef>
        <a:buClr>
          <a:schemeClr val="tx2"/>
        </a:buClr>
        <a:buFont typeface="+mj-lt"/>
        <a:buAutoNum type="arabicPeriod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ijnaoe.2024.100630" TargetMode="External"/><Relationship Id="rId2" Type="http://schemas.openxmlformats.org/officeDocument/2006/relationships/hyperlink" Target="https://doi.org/10.3390/electronics14050833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573852" y="1532451"/>
            <a:ext cx="7585611" cy="2412171"/>
          </a:xfrm>
        </p:spPr>
        <p:txBody>
          <a:bodyPr/>
          <a:lstStyle/>
          <a:p>
            <a:r>
              <a:rPr lang="it-IT" dirty="0" err="1"/>
              <a:t>Extraction</a:t>
            </a:r>
            <a:r>
              <a:rPr lang="it-IT" dirty="0"/>
              <a:t> and </a:t>
            </a:r>
            <a:r>
              <a:rPr lang="it-IT" dirty="0" err="1"/>
              <a:t>recognition</a:t>
            </a:r>
            <a:r>
              <a:rPr lang="it-IT" dirty="0"/>
              <a:t> of </a:t>
            </a:r>
            <a:r>
              <a:rPr lang="it-IT" dirty="0" err="1"/>
              <a:t>wiring</a:t>
            </a:r>
            <a:br>
              <a:rPr lang="it-IT" dirty="0"/>
            </a:br>
            <a:r>
              <a:rPr lang="it-IT" dirty="0" err="1"/>
              <a:t>diagrams</a:t>
            </a:r>
            <a:endParaRPr lang="it-IT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573852" y="4081287"/>
            <a:ext cx="7585612" cy="328820"/>
          </a:xfrm>
        </p:spPr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72311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1B76A6-0032-42CB-BE05-ADC9A9F0A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79" y="454845"/>
            <a:ext cx="4509560" cy="38018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3EDEF7-508B-49DC-BCEB-70AC06B996F2}"/>
              </a:ext>
            </a:extLst>
          </p:cNvPr>
          <p:cNvSpPr txBox="1"/>
          <p:nvPr/>
        </p:nvSpPr>
        <p:spPr>
          <a:xfrm>
            <a:off x="106515" y="4401733"/>
            <a:ext cx="3190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50000"/>
                    <a:lumOff val="50000"/>
                  </a:schemeClr>
                </a:solidFill>
              </a:rPr>
              <a:t>Cao, W.; Chen, Z.; Wu, C.; Li, T. A Layered Framework for Universal Extraction and Recognition of Electrical Diagrams. Electronics 2025, 14, 833. https://doi.org/10.3390/electronics14050833</a:t>
            </a:r>
            <a:endParaRPr lang="en-US" sz="900" dirty="0" err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58B608-31DE-408E-8547-334BA54E7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916" y="1406284"/>
            <a:ext cx="4170505" cy="312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479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6822CF51-5E8C-42E5-B21D-7A4B767D2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417" y="1929201"/>
            <a:ext cx="2555959" cy="19169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BA6CFF-4440-4F00-A18F-33CF90A1B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High-level idea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F21F15-1C0E-4266-B8F2-C65CA127C2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End-to-end process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B29250-D419-4ABB-904C-64E5CD4F4F0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599147" y="2308514"/>
            <a:ext cx="1312523" cy="13125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40A205-6DED-4008-86F8-629BEB6E35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5343" y="2690455"/>
            <a:ext cx="548640" cy="548640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83B1A48A-1543-46AA-9338-4ACECA16B91E}"/>
              </a:ext>
            </a:extLst>
          </p:cNvPr>
          <p:cNvSpPr/>
          <p:nvPr/>
        </p:nvSpPr>
        <p:spPr>
          <a:xfrm>
            <a:off x="4854579" y="2839066"/>
            <a:ext cx="649539" cy="245942"/>
          </a:xfrm>
          <a:prstGeom prst="right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D5EBB643-0FAA-4BE4-B42D-7DBE30317E1D}"/>
              </a:ext>
            </a:extLst>
          </p:cNvPr>
          <p:cNvSpPr/>
          <p:nvPr/>
        </p:nvSpPr>
        <p:spPr>
          <a:xfrm>
            <a:off x="7006699" y="2839066"/>
            <a:ext cx="649539" cy="245942"/>
          </a:xfrm>
          <a:prstGeom prst="right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FC92AE6A-47BB-479B-B944-6AA88E088592}"/>
              </a:ext>
            </a:extLst>
          </p:cNvPr>
          <p:cNvSpPr/>
          <p:nvPr/>
        </p:nvSpPr>
        <p:spPr>
          <a:xfrm rot="5400000">
            <a:off x="7815342" y="2167002"/>
            <a:ext cx="548639" cy="245942"/>
          </a:xfrm>
          <a:prstGeom prst="right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AA56C3-AA43-4212-8B83-E8E17D2AF708}"/>
              </a:ext>
            </a:extLst>
          </p:cNvPr>
          <p:cNvSpPr txBox="1"/>
          <p:nvPr/>
        </p:nvSpPr>
        <p:spPr>
          <a:xfrm>
            <a:off x="7260394" y="1621424"/>
            <a:ext cx="16585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Problem/Question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DBFCFA-4173-4D55-B503-0AC533E85696}"/>
              </a:ext>
            </a:extLst>
          </p:cNvPr>
          <p:cNvSpPr txBox="1"/>
          <p:nvPr/>
        </p:nvSpPr>
        <p:spPr>
          <a:xfrm>
            <a:off x="7675150" y="3923051"/>
            <a:ext cx="9680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Solution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25AB7874-9A64-4640-B944-CBBE05CB6BCA}"/>
              </a:ext>
            </a:extLst>
          </p:cNvPr>
          <p:cNvSpPr/>
          <p:nvPr/>
        </p:nvSpPr>
        <p:spPr>
          <a:xfrm rot="5400000">
            <a:off x="7815340" y="3510081"/>
            <a:ext cx="548639" cy="245942"/>
          </a:xfrm>
          <a:prstGeom prst="right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19B4D1-EA04-47AD-B177-B3BC471E20E7}"/>
              </a:ext>
            </a:extLst>
          </p:cNvPr>
          <p:cNvSpPr txBox="1"/>
          <p:nvPr/>
        </p:nvSpPr>
        <p:spPr>
          <a:xfrm>
            <a:off x="202338" y="2192515"/>
            <a:ext cx="150943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Electrical</a:t>
            </a:r>
          </a:p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Schematics</a:t>
            </a:r>
          </a:p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or</a:t>
            </a:r>
          </a:p>
          <a:p>
            <a:pPr algn="ctr"/>
            <a:r>
              <a:rPr lang="en-US" sz="1400" b="1" dirty="0"/>
              <a:t>Wiring Diagram</a:t>
            </a:r>
          </a:p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or</a:t>
            </a:r>
          </a:p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Piping and Instrumentation </a:t>
            </a:r>
          </a:p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Diagram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2F5B9CAC-2C56-4080-8C99-7D183A8E49C2}"/>
              </a:ext>
            </a:extLst>
          </p:cNvPr>
          <p:cNvSpPr/>
          <p:nvPr/>
        </p:nvSpPr>
        <p:spPr>
          <a:xfrm>
            <a:off x="1711777" y="2854514"/>
            <a:ext cx="649539" cy="245942"/>
          </a:xfrm>
          <a:prstGeom prst="right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31AA23-0D85-40AF-8F3D-1A85405A3E02}"/>
              </a:ext>
            </a:extLst>
          </p:cNvPr>
          <p:cNvSpPr txBox="1"/>
          <p:nvPr/>
        </p:nvSpPr>
        <p:spPr>
          <a:xfrm>
            <a:off x="2517257" y="4008397"/>
            <a:ext cx="22794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Components, labels and connections </a:t>
            </a:r>
            <a:r>
              <a:rPr lang="en-US" sz="1400" b="1" dirty="0"/>
              <a:t>detection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828151-03D8-445B-9382-C69517D3E07F}"/>
              </a:ext>
            </a:extLst>
          </p:cNvPr>
          <p:cNvSpPr txBox="1"/>
          <p:nvPr/>
        </p:nvSpPr>
        <p:spPr>
          <a:xfrm>
            <a:off x="5071677" y="3553719"/>
            <a:ext cx="22794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Graph DB</a:t>
            </a:r>
          </a:p>
          <a:p>
            <a:pPr algn="ctr"/>
            <a:r>
              <a:rPr lang="en-US" sz="1400" dirty="0"/>
              <a:t>(Knowledge Base)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DA9FC2-E0D4-4B20-8BA5-B3F026EAB1FC}"/>
              </a:ext>
            </a:extLst>
          </p:cNvPr>
          <p:cNvSpPr/>
          <p:nvPr/>
        </p:nvSpPr>
        <p:spPr>
          <a:xfrm>
            <a:off x="3310758" y="3154600"/>
            <a:ext cx="277474" cy="223050"/>
          </a:xfrm>
          <a:prstGeom prst="rect">
            <a:avLst/>
          </a:prstGeom>
          <a:noFill/>
          <a:ln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32BAD3-D3C5-47B9-BC3C-00EB66C9C37D}"/>
              </a:ext>
            </a:extLst>
          </p:cNvPr>
          <p:cNvSpPr/>
          <p:nvPr/>
        </p:nvSpPr>
        <p:spPr>
          <a:xfrm>
            <a:off x="3837348" y="2512419"/>
            <a:ext cx="277474" cy="223050"/>
          </a:xfrm>
          <a:prstGeom prst="rect">
            <a:avLst/>
          </a:prstGeom>
          <a:noFill/>
          <a:ln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A2E7655-3754-4F68-AEFB-D2EA4F4959FA}"/>
              </a:ext>
            </a:extLst>
          </p:cNvPr>
          <p:cNvSpPr/>
          <p:nvPr/>
        </p:nvSpPr>
        <p:spPr>
          <a:xfrm>
            <a:off x="4491905" y="2932140"/>
            <a:ext cx="277474" cy="223050"/>
          </a:xfrm>
          <a:prstGeom prst="rect">
            <a:avLst/>
          </a:prstGeom>
          <a:noFill/>
          <a:ln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17C5EA-56D0-4035-BAF3-CD5F74607640}"/>
              </a:ext>
            </a:extLst>
          </p:cNvPr>
          <p:cNvSpPr/>
          <p:nvPr/>
        </p:nvSpPr>
        <p:spPr>
          <a:xfrm>
            <a:off x="4491905" y="3166105"/>
            <a:ext cx="277474" cy="223050"/>
          </a:xfrm>
          <a:prstGeom prst="rect">
            <a:avLst/>
          </a:prstGeom>
          <a:noFill/>
          <a:ln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E64F70-19D6-4B9E-9E24-B719879F6940}"/>
              </a:ext>
            </a:extLst>
          </p:cNvPr>
          <p:cNvSpPr/>
          <p:nvPr/>
        </p:nvSpPr>
        <p:spPr>
          <a:xfrm>
            <a:off x="4497240" y="2096096"/>
            <a:ext cx="277474" cy="223050"/>
          </a:xfrm>
          <a:prstGeom prst="rect">
            <a:avLst/>
          </a:prstGeom>
          <a:noFill/>
          <a:ln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1D6E0DD-C961-4DC1-AA15-E0B8141FB7C9}"/>
              </a:ext>
            </a:extLst>
          </p:cNvPr>
          <p:cNvSpPr/>
          <p:nvPr/>
        </p:nvSpPr>
        <p:spPr>
          <a:xfrm>
            <a:off x="4496997" y="2341243"/>
            <a:ext cx="277474" cy="223050"/>
          </a:xfrm>
          <a:prstGeom prst="rect">
            <a:avLst/>
          </a:prstGeom>
          <a:noFill/>
          <a:ln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BE520A-D4A1-4735-AB31-0534DFCE9730}"/>
              </a:ext>
            </a:extLst>
          </p:cNvPr>
          <p:cNvSpPr/>
          <p:nvPr/>
        </p:nvSpPr>
        <p:spPr>
          <a:xfrm>
            <a:off x="3239164" y="2118193"/>
            <a:ext cx="277474" cy="223050"/>
          </a:xfrm>
          <a:prstGeom prst="rect">
            <a:avLst/>
          </a:prstGeom>
          <a:noFill/>
          <a:ln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0A2F0AF-8C27-46AA-BC14-C9CB2A1EEE9D}"/>
              </a:ext>
            </a:extLst>
          </p:cNvPr>
          <p:cNvSpPr/>
          <p:nvPr/>
        </p:nvSpPr>
        <p:spPr>
          <a:xfrm>
            <a:off x="2842405" y="2460225"/>
            <a:ext cx="277474" cy="223050"/>
          </a:xfrm>
          <a:prstGeom prst="rect">
            <a:avLst/>
          </a:prstGeom>
          <a:noFill/>
          <a:ln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C67E64-4E46-4DBD-9909-B04F2F635822}"/>
              </a:ext>
            </a:extLst>
          </p:cNvPr>
          <p:cNvSpPr/>
          <p:nvPr/>
        </p:nvSpPr>
        <p:spPr>
          <a:xfrm>
            <a:off x="2803094" y="2832154"/>
            <a:ext cx="142779" cy="129883"/>
          </a:xfrm>
          <a:prstGeom prst="rect">
            <a:avLst/>
          </a:prstGeom>
          <a:noFill/>
          <a:ln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FC81F3-6F58-4F77-B965-A46EF3133F79}"/>
              </a:ext>
            </a:extLst>
          </p:cNvPr>
          <p:cNvSpPr/>
          <p:nvPr/>
        </p:nvSpPr>
        <p:spPr>
          <a:xfrm>
            <a:off x="2818237" y="3110087"/>
            <a:ext cx="112494" cy="136321"/>
          </a:xfrm>
          <a:prstGeom prst="rect">
            <a:avLst/>
          </a:prstGeom>
          <a:noFill/>
          <a:ln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63ECD43-D528-4E1D-88C8-57D9A7A29E69}"/>
              </a:ext>
            </a:extLst>
          </p:cNvPr>
          <p:cNvSpPr/>
          <p:nvPr/>
        </p:nvSpPr>
        <p:spPr>
          <a:xfrm>
            <a:off x="3373623" y="2738987"/>
            <a:ext cx="277474" cy="223050"/>
          </a:xfrm>
          <a:prstGeom prst="rect">
            <a:avLst/>
          </a:prstGeom>
          <a:noFill/>
          <a:ln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26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A6CFF-4440-4F00-A18F-33CF90A1B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High-level idea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F21F15-1C0E-4266-B8F2-C65CA127C2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Use case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6EE0621-1F41-4155-8DE9-A1A894C46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790" y="1272386"/>
            <a:ext cx="4710590" cy="35329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D584B4-08FA-473F-9ED7-3F03F15AB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815" y="1680304"/>
            <a:ext cx="389391" cy="38939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5FDEFB2-B277-4417-9B5E-4C97A184141E}"/>
              </a:ext>
            </a:extLst>
          </p:cNvPr>
          <p:cNvSpPr txBox="1"/>
          <p:nvPr/>
        </p:nvSpPr>
        <p:spPr>
          <a:xfrm>
            <a:off x="5221379" y="1252461"/>
            <a:ext cx="3537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User</a:t>
            </a:r>
            <a:r>
              <a:rPr lang="en-US" sz="1400" dirty="0"/>
              <a:t>: “Parking lamp is not working… what can be the cause?”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EA0D40EC-DE75-44F8-9CF3-FB08A6B80A1F}"/>
              </a:ext>
            </a:extLst>
          </p:cNvPr>
          <p:cNvSpPr/>
          <p:nvPr/>
        </p:nvSpPr>
        <p:spPr>
          <a:xfrm rot="5400000">
            <a:off x="6673040" y="1859607"/>
            <a:ext cx="358636" cy="245942"/>
          </a:xfrm>
          <a:prstGeom prst="right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F1ADD1-F1CE-423A-9722-4A4385AFF8E0}"/>
              </a:ext>
            </a:extLst>
          </p:cNvPr>
          <p:cNvSpPr txBox="1"/>
          <p:nvPr/>
        </p:nvSpPr>
        <p:spPr>
          <a:xfrm>
            <a:off x="5323846" y="2189476"/>
            <a:ext cx="35379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AI Assistant, </a:t>
            </a:r>
            <a:r>
              <a:rPr lang="en-US" sz="1400" u="sng" dirty="0"/>
              <a:t>based on the diagram knowledge</a:t>
            </a:r>
            <a:r>
              <a:rPr lang="en-US" sz="1400" dirty="0"/>
              <a:t>, may suggest to the user: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Check if there is a loose terminal or a break in the wire between the block and the lamp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Check the light switch because it may have an internal contact worn out.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If the ammeter shows no draw when the switch is flipped, the break is likely at (</a:t>
            </a:r>
            <a:r>
              <a:rPr lang="en-US" sz="1400" dirty="0">
                <a:solidFill>
                  <a:srgbClr val="000000"/>
                </a:solidFill>
                <a:latin typeface="Roboto" panose="02000000000000000000" pitchFamily="2" charset="0"/>
              </a:rPr>
              <a:t>there is an error internally to the switch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) or before the switch (ammeter is disconnected from battery/battery is not working).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40391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F5C8B-681F-4456-97C4-F30FFAEBA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State-of-the-art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22D5F-0566-4F14-8727-DD947F1A4A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b="0" i="0" dirty="0">
                <a:solidFill>
                  <a:srgbClr val="222222"/>
                </a:solidFill>
                <a:effectLst/>
              </a:rPr>
              <a:t>Cao, W.; Chen, Z.; Wu, C.; Li, T. </a:t>
            </a:r>
            <a:r>
              <a:rPr lang="en-US" sz="1050" i="0" dirty="0">
                <a:solidFill>
                  <a:srgbClr val="222222"/>
                </a:solidFill>
                <a:effectLst/>
              </a:rPr>
              <a:t>A Layered Framework for Universal Extraction and Recognition of Electrical Diagrams</a:t>
            </a:r>
            <a:r>
              <a:rPr lang="en-US" sz="1050" b="0" i="0" dirty="0">
                <a:solidFill>
                  <a:srgbClr val="222222"/>
                </a:solidFill>
                <a:effectLst/>
              </a:rPr>
              <a:t>. </a:t>
            </a:r>
            <a:r>
              <a:rPr lang="en-US" sz="1050" b="0" i="1" dirty="0">
                <a:solidFill>
                  <a:srgbClr val="222222"/>
                </a:solidFill>
                <a:effectLst/>
              </a:rPr>
              <a:t>Electronics</a:t>
            </a:r>
            <a:r>
              <a:rPr lang="en-US" sz="1050" b="0" i="0" dirty="0">
                <a:solidFill>
                  <a:srgbClr val="222222"/>
                </a:solidFill>
                <a:effectLst/>
              </a:rPr>
              <a:t> </a:t>
            </a:r>
            <a:r>
              <a:rPr lang="en-US" sz="1050" i="0" dirty="0">
                <a:solidFill>
                  <a:srgbClr val="222222"/>
                </a:solidFill>
                <a:effectLst/>
              </a:rPr>
              <a:t>2025</a:t>
            </a:r>
            <a:r>
              <a:rPr lang="en-US" sz="1050" b="0" i="0" dirty="0">
                <a:solidFill>
                  <a:srgbClr val="222222"/>
                </a:solidFill>
                <a:effectLst/>
              </a:rPr>
              <a:t>, </a:t>
            </a:r>
            <a:r>
              <a:rPr lang="en-US" sz="1050" b="0" i="1" dirty="0">
                <a:solidFill>
                  <a:srgbClr val="222222"/>
                </a:solidFill>
                <a:effectLst/>
              </a:rPr>
              <a:t>14</a:t>
            </a:r>
            <a:r>
              <a:rPr lang="en-US" sz="1050" b="0" i="0" dirty="0">
                <a:solidFill>
                  <a:srgbClr val="222222"/>
                </a:solidFill>
                <a:effectLst/>
              </a:rPr>
              <a:t>, 833. </a:t>
            </a:r>
            <a:r>
              <a:rPr lang="en-US" sz="1050" b="0" i="0" dirty="0">
                <a:solidFill>
                  <a:srgbClr val="222222"/>
                </a:solidFill>
                <a:effectLst/>
                <a:hlinkClick r:id="rId2"/>
              </a:rPr>
              <a:t>https://doi.org/10.3390/electronics14050833</a:t>
            </a:r>
            <a:endParaRPr lang="en-US" sz="1050" b="0" i="0" dirty="0">
              <a:solidFill>
                <a:srgbClr val="222222"/>
              </a:solidFill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b="0" i="0" dirty="0">
                <a:solidFill>
                  <a:srgbClr val="222222"/>
                </a:solidFill>
                <a:effectLst/>
              </a:rPr>
              <a:t>S. Mani, M. A. Haddad, D. </a:t>
            </a:r>
            <a:r>
              <a:rPr lang="en-US" sz="1050" b="0" i="0" dirty="0" err="1">
                <a:solidFill>
                  <a:srgbClr val="222222"/>
                </a:solidFill>
                <a:effectLst/>
              </a:rPr>
              <a:t>Constantini</a:t>
            </a:r>
            <a:r>
              <a:rPr lang="en-US" sz="1050" b="0" i="0" dirty="0">
                <a:solidFill>
                  <a:srgbClr val="222222"/>
                </a:solidFill>
                <a:effectLst/>
              </a:rPr>
              <a:t>, W. </a:t>
            </a:r>
            <a:r>
              <a:rPr lang="en-US" sz="1050" b="0" i="0" dirty="0" err="1">
                <a:solidFill>
                  <a:srgbClr val="222222"/>
                </a:solidFill>
                <a:effectLst/>
              </a:rPr>
              <a:t>Douhard</a:t>
            </a:r>
            <a:r>
              <a:rPr lang="en-US" sz="1050" b="0" i="0" dirty="0">
                <a:solidFill>
                  <a:srgbClr val="222222"/>
                </a:solidFill>
                <a:effectLst/>
              </a:rPr>
              <a:t>, Q. Li and L. Poirier, "Automatic Digitization of Engineering Diagrams using Deep Learning and Graph Search," 2020 IEEE/CVF Conference on Computer Vision and Pattern Recognition Workshops (CVPRW), Seattle, WA, USA, 2020, pp. 673-679, </a:t>
            </a:r>
            <a:r>
              <a:rPr lang="en-US" sz="1050" b="0" i="0" dirty="0" err="1">
                <a:solidFill>
                  <a:srgbClr val="222222"/>
                </a:solidFill>
                <a:effectLst/>
              </a:rPr>
              <a:t>doi</a:t>
            </a:r>
            <a:r>
              <a:rPr lang="en-US" sz="1050" b="0" i="0" dirty="0">
                <a:solidFill>
                  <a:srgbClr val="222222"/>
                </a:solidFill>
                <a:effectLst/>
              </a:rPr>
              <a:t>: 10.1109/CVPRW50498.2020.00096.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C. -Y. Huang et al., "</a:t>
            </a:r>
            <a:r>
              <a:rPr lang="en-US" sz="1050" dirty="0" err="1"/>
              <a:t>Netlistify</a:t>
            </a:r>
            <a:r>
              <a:rPr lang="en-US" sz="1050" dirty="0"/>
              <a:t>: Transforming Circuit Schematics into Netlists with Deep Learning," 2025 ACM/IEEE 7th Symposium on Machine Learning for CAD (MLCAD), Santa Cruz, CA, USA, 2025, pp. 1-8, </a:t>
            </a:r>
            <a:r>
              <a:rPr lang="en-US" sz="1050" dirty="0" err="1"/>
              <a:t>doi</a:t>
            </a:r>
            <a:r>
              <a:rPr lang="en-US" sz="1050" dirty="0"/>
              <a:t>: 10.1109/MLCAD65511.2025.11189145</a:t>
            </a:r>
            <a:endParaRPr lang="en-US" sz="1050" b="0" i="0" dirty="0">
              <a:solidFill>
                <a:srgbClr val="222222"/>
              </a:solidFill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b="0" i="0" dirty="0">
                <a:solidFill>
                  <a:srgbClr val="222222"/>
                </a:solidFill>
                <a:effectLst/>
              </a:rPr>
              <a:t>Adrian </a:t>
            </a:r>
            <a:r>
              <a:rPr lang="en-US" sz="1050" b="0" i="0" dirty="0" err="1">
                <a:solidFill>
                  <a:srgbClr val="222222"/>
                </a:solidFill>
                <a:effectLst/>
              </a:rPr>
              <a:t>Rahmanto</a:t>
            </a:r>
            <a:r>
              <a:rPr lang="en-US" sz="1050" b="0" i="0" dirty="0">
                <a:solidFill>
                  <a:srgbClr val="222222"/>
                </a:solidFill>
                <a:effectLst/>
              </a:rPr>
              <a:t> Putra, Sol Ha, Kwang-Phil Park, Automatic extraction of cable connection information from 2D drawings for electrical </a:t>
            </a:r>
            <a:r>
              <a:rPr lang="en-US" sz="1050" b="0" i="0" dirty="0" err="1">
                <a:solidFill>
                  <a:srgbClr val="222222"/>
                </a:solidFill>
                <a:effectLst/>
              </a:rPr>
              <a:t>outfittings</a:t>
            </a:r>
            <a:r>
              <a:rPr lang="en-US" sz="1050" b="0" i="0" dirty="0">
                <a:solidFill>
                  <a:srgbClr val="222222"/>
                </a:solidFill>
                <a:effectLst/>
              </a:rPr>
              <a:t> design in shipyards, International Journal of Naval Architecture and Ocean Engineering, Volume 16, 2024, ISSN 2092-6782, </a:t>
            </a:r>
            <a:r>
              <a:rPr lang="en-US" sz="1050" b="0" i="0" dirty="0">
                <a:solidFill>
                  <a:srgbClr val="222222"/>
                </a:solidFill>
                <a:effectLst/>
                <a:hlinkClick r:id="rId3"/>
              </a:rPr>
              <a:t>https://doi.org/10.1016/j.ijnaoe.2024.100630</a:t>
            </a:r>
            <a:endParaRPr lang="en-US" sz="1050" b="0" i="0" dirty="0">
              <a:solidFill>
                <a:srgbClr val="222222"/>
              </a:solidFill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Hu W, Zhan X, Tong M. Parsing Netlists of Integrated Circuits from Images via Graph Attention Network. Sensors (Basel). 2023 Dec 30;24(1):227. </a:t>
            </a:r>
            <a:r>
              <a:rPr lang="en-US" sz="1050" dirty="0" err="1"/>
              <a:t>doi</a:t>
            </a:r>
            <a:r>
              <a:rPr lang="en-US" sz="1050" dirty="0"/>
              <a:t>: 10.3390/s24010227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 dirty="0"/>
              <a:t>Charles R. Kelly, Jacqueline M. Cole; Digitizing images of electrical-circuit schematics. APL Mach. Learn. 1 March 2024; 2 (1): 016109. https://doi.org/10.1063/5.0177755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C085CEB-664C-4112-90FC-33CF3FE533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Recent works on a similar topic</a:t>
            </a:r>
          </a:p>
        </p:txBody>
      </p:sp>
    </p:spTree>
    <p:extLst>
      <p:ext uri="{BB962C8B-B14F-4D97-AF65-F5344CB8AC3E}">
        <p14:creationId xmlns:p14="http://schemas.microsoft.com/office/powerpoint/2010/main" val="4010404319"/>
      </p:ext>
    </p:extLst>
  </p:cSld>
  <p:clrMapOvr>
    <a:masterClrMapping/>
  </p:clrMapOvr>
</p:sld>
</file>

<file path=ppt/theme/theme1.xml><?xml version="1.0" encoding="utf-8"?>
<a:theme xmlns:a="http://schemas.openxmlformats.org/drawingml/2006/main" name="Reply">
  <a:themeElements>
    <a:clrScheme name="Custom 37">
      <a:dk1>
        <a:srgbClr val="FFFFFF"/>
      </a:dk1>
      <a:lt1>
        <a:srgbClr val="000000"/>
      </a:lt1>
      <a:dk2>
        <a:srgbClr val="053238"/>
      </a:dk2>
      <a:lt2>
        <a:srgbClr val="00B13F"/>
      </a:lt2>
      <a:accent1>
        <a:srgbClr val="71D83F"/>
      </a:accent1>
      <a:accent2>
        <a:srgbClr val="00B140"/>
      </a:accent2>
      <a:accent3>
        <a:srgbClr val="2E7CFA"/>
      </a:accent3>
      <a:accent4>
        <a:srgbClr val="940758"/>
      </a:accent4>
      <a:accent5>
        <a:srgbClr val="F54343"/>
      </a:accent5>
      <a:accent6>
        <a:srgbClr val="FFC000"/>
      </a:accent6>
      <a:hlink>
        <a:srgbClr val="10A8BC"/>
      </a:hlink>
      <a:folHlink>
        <a:srgbClr val="B4D020"/>
      </a:folHlink>
    </a:clrScheme>
    <a:fontScheme name="Office classico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FFFFF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097ED64C-1469-4E9B-A6EE-E169F18D7DB3}" vid="{B73C506B-0DF6-4CFA-9B1D-8AAF7C797600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Reply PRESENTATION WHITE 16.9</Template>
  <TotalTime>1369</TotalTime>
  <Words>498</Words>
  <Application>Microsoft Office PowerPoint</Application>
  <PresentationFormat>On-screen Show (16:9)</PresentationFormat>
  <Paragraphs>32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Calibri</vt:lpstr>
      <vt:lpstr>Roboto</vt:lpstr>
      <vt:lpstr>Wingdings</vt:lpstr>
      <vt:lpstr>Reply</vt:lpstr>
      <vt:lpstr>Extraction and recognition of wiring diagrams</vt:lpstr>
      <vt:lpstr>PowerPoint Presentation</vt:lpstr>
      <vt:lpstr>High-level idea</vt:lpstr>
      <vt:lpstr>High-level idea</vt:lpstr>
      <vt:lpstr>State-of-the-art</vt:lpstr>
    </vt:vector>
  </TitlesOfParts>
  <Manager/>
  <Company>Green Reply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 schematics</dc:title>
  <dc:subject/>
  <dc:creator>Christian Spano</dc:creator>
  <cp:keywords/>
  <dc:description/>
  <cp:lastModifiedBy>Christian Spano</cp:lastModifiedBy>
  <cp:revision>12</cp:revision>
  <dcterms:created xsi:type="dcterms:W3CDTF">2026-02-11T16:37:33Z</dcterms:created>
  <dcterms:modified xsi:type="dcterms:W3CDTF">2026-02-12T15:27:11Z</dcterms:modified>
  <cp:category/>
</cp:coreProperties>
</file>