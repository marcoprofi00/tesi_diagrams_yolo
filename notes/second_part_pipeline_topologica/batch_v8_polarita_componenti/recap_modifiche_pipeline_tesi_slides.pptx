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7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48640" y="6455664"/>
            <a:ext cx="11109960" cy="0"/>
          </a:xfrm>
          <a:prstGeom prst="line">
            <a:avLst/>
          </a:prstGeom>
          <a:noFill/>
          <a:ln w="12700">
            <a:solidFill>
              <a:srgbClr val="D9D1C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82296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 delle modifiche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alla pipeline topologica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Dall’object detection al grafo semantico per diagrammi elettrici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4709160" cy="1325880"/>
          </a:xfrm>
          <a:prstGeom prst="rect">
            <a:avLst/>
          </a:prstGeom>
          <a:solidFill>
            <a:srgbClr val="FFF9F0"/>
          </a:solidFill>
          <a:ln w="12700">
            <a:solidFill>
              <a:srgbClr val="E6D8B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96112" y="2871216"/>
            <a:ext cx="437997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pipeline evolve da una ricostruzione geometrica rigida a una strategia evidence-based: terminali più affidabili, net più robuste, grafo più leggibile e output adatti a un LLM.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4315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Contenuti della presentazione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45720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struttura della pipeline 01-08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510235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modifiche critiche su opamp, NPN e MOSFET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563270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rafforzamento dei passi 04, 05, 06, 07 e 08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39" y="6104396"/>
            <a:ext cx="6011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nuovi output leggibili: graph.json, simplified JSON e LLM context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806440" y="640080"/>
            <a:ext cx="1874520" cy="17830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0" descr="/mnt/data/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667512"/>
            <a:ext cx="1728216" cy="172821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909560" y="640080"/>
            <a:ext cx="1874520" cy="17830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1" descr="/mnt/data/1_terminal_keep_deb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667512"/>
            <a:ext cx="1728216" cy="17282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012680" y="640080"/>
            <a:ext cx="1874520" cy="17830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1_net_overl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667512"/>
            <a:ext cx="1728216" cy="1728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25312" y="24414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65D"/>
                </a:solidFill>
              </a:rPr>
              <a:t>diagramma sorgente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973568" y="244144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65D"/>
                </a:solidFill>
              </a:rPr>
              <a:t>terminal keep zones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0122408" y="24414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F665D"/>
                </a:solidFill>
              </a:rPr>
              <a:t>net ricostruite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806440" y="2834640"/>
            <a:ext cx="6080760" cy="306324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1" name="Image 3" descr="/mnt/data/1_terminal_deb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632" y="2862072"/>
            <a:ext cx="3008376" cy="30083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594360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65D"/>
                </a:solidFill>
              </a:rPr>
              <a:t>Esempio di debug topologico finale: terminali, net e connessioni ricostruite.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Obiettivo e flusso della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 diagramma 2D a una rappresentazione topologica, semantica e leggibile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Visione d’insieme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26464"/>
            <a:ext cx="59893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 operativo: trasformare un circuito disegnato in un insieme consistente di componenti, terminali, net e relazioni, mantenendo anche le informazioni diagnostiche utili per validare il risultato.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889504"/>
            <a:ext cx="1225296" cy="658368"/>
          </a:xfrm>
          <a:prstGeom prst="rect">
            <a:avLst/>
          </a:prstGeom>
          <a:solidFill>
            <a:srgbClr val="C18A2E"/>
          </a:solidFill>
          <a:ln>
            <a:solidFill>
              <a:srgbClr val="C18A2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93392" y="3063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65D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57984" y="2889504"/>
            <a:ext cx="1225296" cy="658368"/>
          </a:xfrm>
          <a:prstGeom prst="rect">
            <a:avLst/>
          </a:prstGeom>
          <a:solidFill>
            <a:srgbClr val="C18A2E"/>
          </a:solidFill>
          <a:ln>
            <a:solidFill>
              <a:srgbClr val="C18A2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01568" y="3063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65D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889504"/>
            <a:ext cx="1225296" cy="65836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terminals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3063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65D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4336" y="2889504"/>
            <a:ext cx="1225296" cy="65836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wires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65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2889504"/>
            <a:ext cx="1225296" cy="65836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nets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26096" y="3063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65D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90688" y="2889504"/>
            <a:ext cx="1225296" cy="65836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terminals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34272" y="3063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65D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98864" y="2889504"/>
            <a:ext cx="1225296" cy="658368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graph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42448" y="3063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F665D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07040" y="2889504"/>
            <a:ext cx="1225296" cy="658368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40690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3E50"/>
                </a:solidFill>
              </a:rPr>
              <a:t>Tre problemi reali che hanno guidato le modifiche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terminali non bastava più stimarli “al centro del lato”, serviva capire il punto corretto lungo il lato;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22960" y="488289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simboli con struttura interna complessa (opamp, NPN, MOSFET) richiedevano euristiche dedicate;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22960" y="542239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topologia doveva restare robusta anche con testo, alimentazioni corte, pin impliciti e wire parzialmente mascherati.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903720" y="4407408"/>
            <a:ext cx="4434840" cy="1078992"/>
          </a:xfrm>
          <a:prstGeom prst="rect">
            <a:avLst/>
          </a:prstGeom>
          <a:solidFill>
            <a:srgbClr val="FFF9F0"/>
          </a:solidFill>
          <a:ln w="12700">
            <a:solidFill>
              <a:srgbClr val="E6D8B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068312" y="4535424"/>
            <a:ext cx="41056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 punto di vista implementativo, i passi 03-06 sono il cuore del lavoro: è lì che si gioca la qualità della topologia ricostruita.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01-08 | flusso complessivo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Passi 01-02 | Detection e identità delle istanze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principali: 01_detect_components.py, 02_assign_instances.py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01-02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325880"/>
            <a:ext cx="4069080" cy="47548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98926"/>
            <a:ext cx="4014216" cy="4014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672041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665D"/>
                </a:solidFill>
              </a:rPr>
              <a:t>1) detection dei simboli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350008" y="5641848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F665D"/>
                </a:solidFill>
              </a:rPr>
              <a:t>2) numerazione coerente delle istanze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5780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E50"/>
                </a:solidFill>
              </a:rPr>
              <a:t>Cosa viene stabilizzato all’inizio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0" y="162763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classi da rilevare arrivano da class_terminals_v1.yaml;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303520" y="2197493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produce bbox, confidenza, class_name e flag utili ai passi successivi;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303520" y="274923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istanza riceve un instance_id stabile nel formato class_id.indice;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303520" y="329184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l’ordinamento spaziale xy evita identità instabili tra esecuzioni diverse.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549640" y="1645920"/>
            <a:ext cx="2926080" cy="2267712"/>
          </a:xfrm>
          <a:prstGeom prst="rect">
            <a:avLst/>
          </a:prstGeom>
          <a:solidFill>
            <a:srgbClr val="233746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8659368" y="1737360"/>
            <a:ext cx="2615184" cy="1874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"class_id"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"class_name"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"Operational_Amplifier"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0.94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"bbox"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"symbol_type"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"active"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"use_for_terminals"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"use_for_masking"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"instance_id"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"19.1"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5230368" y="3913632"/>
            <a:ext cx="6199632" cy="1051560"/>
          </a:xfrm>
          <a:prstGeom prst="rect">
            <a:avLst/>
          </a:prstGeom>
          <a:solidFill>
            <a:srgbClr val="FFF9F0"/>
          </a:solidFill>
          <a:ln w="12700">
            <a:solidFill>
              <a:srgbClr val="E6D8B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394960" y="4041648"/>
            <a:ext cx="587044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senso dei passi 01 e 02 non è solo “rilevare” i simboli, ma costruire una base dati coerente su cui tutti gli script successivi possano ragionare in modo deterministico.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257800" y="5166360"/>
            <a:ext cx="1874520" cy="658368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E6D8B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349240" y="52852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Ordinamento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xy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406640" y="5166360"/>
            <a:ext cx="1874520" cy="658368"/>
          </a:xfrm>
          <a:prstGeom prst="roundRect">
            <a:avLst/>
          </a:prstGeom>
          <a:solidFill>
            <a:srgbClr val="EFF7F8"/>
          </a:solidFill>
          <a:ln w="12700">
            <a:solidFill>
              <a:srgbClr val="B7D7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7498080" y="528523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78"/>
                </a:solidFill>
              </a:rPr>
              <a:t>ID stabili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6B78"/>
                </a:solidFill>
              </a:rPr>
              <a:t>nel batch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555480" y="5166359"/>
            <a:ext cx="1965960" cy="688561"/>
          </a:xfrm>
          <a:prstGeom prst="roundRect">
            <a:avLst/>
          </a:prstGeom>
          <a:solidFill>
            <a:srgbClr val="F6F0FA"/>
          </a:solidFill>
          <a:ln w="12700">
            <a:solidFill>
              <a:srgbClr val="D7C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9646920" y="5248656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E9B"/>
                </a:solidFill>
              </a:rPr>
              <a:t>JSON base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6B4E9B"/>
                </a:solidFill>
              </a:rPr>
              <a:t>per tutta la pipeline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 iniziali | detection e instance assignment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03 | Stima dei terminali: dalla geometria rigida alla logica evidence-based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964692"/>
            <a:ext cx="8242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principali: 03_estimate_terminals.py, geometry.py, strategies_terminal_class.py, strategies_three_terminal.py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E50"/>
                </a:solidFill>
              </a:rPr>
              <a:t>Cambiamento metodologico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8191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si usa più soltanto il centro del lato del bbox;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localizza il terminale con side peak localization lungo il lato attivo;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60904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combinano supporto locale, supporto far-field e tie-break point-based;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scelta finale dipende da quale ipotesi spiega meglio i wire osservati.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417320"/>
            <a:ext cx="2606040" cy="434340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3_termina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313432"/>
            <a:ext cx="2551176" cy="255117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732520" y="1417320"/>
            <a:ext cx="2606040" cy="434340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6_termina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313432"/>
            <a:ext cx="2551176" cy="25511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86384" y="4160520"/>
            <a:ext cx="4663440" cy="0"/>
          </a:xfrm>
          <a:prstGeom prst="line">
            <a:avLst/>
          </a:prstGeom>
          <a:noFill/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749808" y="431596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E50"/>
                </a:solidFill>
              </a:rPr>
              <a:t>Effetti pratici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22960" y="461772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classe Terminal diventa più conservativa: 1 terminale di default, 2 solo con evidenza forte;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22960" y="5084064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3-terminali usano una geometria strutturata che separa lato singolo e coppia ortogonale;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22960" y="555040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MOSFET e NPN vengono validati usando i terminal points finali, non solo score di lato.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03_estimate_terminals.py | terminal geometry e terminal class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03 | Componenti critici: MOSFET, NPN e operational amplifier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passo 03 è quello che ha richiesto le strategie più specializzate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325880"/>
            <a:ext cx="4617720" cy="49834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6_termina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36192"/>
            <a:ext cx="4562856" cy="4562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94430" y="13533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78"/>
                </a:solidFill>
              </a:rPr>
              <a:t>Operational amplifier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89320" y="1664208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orientazione stimata usando solo i pin obbligatori: in1, in2, out;</a:t>
            </a:r>
            <a:endParaRPr lang="en-US" sz="1510" dirty="0"/>
          </a:p>
        </p:txBody>
      </p:sp>
      <p:sp>
        <p:nvSpPr>
          <p:cNvPr id="9" name="Text 6"/>
          <p:cNvSpPr/>
          <p:nvPr/>
        </p:nvSpPr>
        <p:spPr>
          <a:xfrm>
            <a:off x="5989320" y="219456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strette quasi tutta esterne al bbox per evitare il rumore di +, -, 1, 2, 3, 4, 5;</a:t>
            </a:r>
            <a:endParaRPr lang="en-US" sz="1510" dirty="0"/>
          </a:p>
        </p:txBody>
      </p:sp>
      <p:sp>
        <p:nvSpPr>
          <p:cNvPr id="10" name="Text 7"/>
          <p:cNvSpPr/>
          <p:nvPr/>
        </p:nvSpPr>
        <p:spPr>
          <a:xfrm>
            <a:off x="5989320" y="2724912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rilevamento strutturale dei pin ausiliari aux1/aux2 con ramo verticale e refine sul giunto interno;</a:t>
            </a:r>
            <a:endParaRPr lang="en-US" sz="1510" dirty="0"/>
          </a:p>
        </p:txBody>
      </p:sp>
      <p:sp>
        <p:nvSpPr>
          <p:cNvPr id="11" name="Text 8"/>
          <p:cNvSpPr/>
          <p:nvPr/>
        </p:nvSpPr>
        <p:spPr>
          <a:xfrm>
            <a:off x="5989320" y="325526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1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1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 dell’aux superiore a un nearby terminal quando l’alimentazione è disegnata sopra il triangolo.</a:t>
            </a:r>
            <a:endParaRPr lang="en-US" sz="1510" dirty="0"/>
          </a:p>
        </p:txBody>
      </p:sp>
      <p:sp>
        <p:nvSpPr>
          <p:cNvPr id="12" name="Shape 9"/>
          <p:cNvSpPr/>
          <p:nvPr/>
        </p:nvSpPr>
        <p:spPr>
          <a:xfrm>
            <a:off x="5989320" y="3959352"/>
            <a:ext cx="5257800" cy="0"/>
          </a:xfrm>
          <a:prstGeom prst="line">
            <a:avLst/>
          </a:prstGeom>
          <a:noFill/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894430" y="409651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8A2E"/>
                </a:solidFill>
              </a:rPr>
              <a:t>MOSFET e NPN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89320" y="43891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8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MOSFET: confronto tra orientazioni candidate sulla base dei terminali finali generati;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5989320" y="4855464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8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NPN: axis prefilter per separare i casi left/right dai falsi ribaltamenti top/bottom;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5989320" y="5321808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8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 sul lato base per rendere più stabile la scelta dell’orientazione del transistor NPN.</a:t>
            </a:r>
            <a:endParaRPr lang="en-US" sz="1480" dirty="0"/>
          </a:p>
        </p:txBody>
      </p:sp>
      <p:sp>
        <p:nvSpPr>
          <p:cNvPr id="17" name="Text 14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dedicate | opamp, NPN, MOSFET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04 | Estrazione dei wire e skeletonization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principale: 04_extract_wires.py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38988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bbox dei componenti vengono shrinkati per non cancellare troppo wire vicino ai bordi del simbolo;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attorno a ogni terminale si preservano keep zones locali: cerchi + capsule direzionate;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aux dell’opamp usano parametri dedicati, più stretti e più controllati;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 della skeletonization vengono rimosse le connected components troppo piccole.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50992" y="1325880"/>
            <a:ext cx="2788920" cy="45262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terminal_keep_deb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2221992"/>
            <a:ext cx="2734056" cy="27340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778240" y="1325880"/>
            <a:ext cx="2788920" cy="45262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1" descr="/mnt/data/1_skelet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221992"/>
            <a:ext cx="2734056" cy="2734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5897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65D"/>
                </a:solidFill>
              </a:rPr>
              <a:t>terminal_keep_debug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006840" y="589788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665D"/>
                </a:solidFill>
              </a:rPr>
              <a:t>skeleton finale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" y="4663439"/>
            <a:ext cx="4343400" cy="1711481"/>
          </a:xfrm>
          <a:prstGeom prst="rect">
            <a:avLst/>
          </a:prstGeom>
          <a:solidFill>
            <a:srgbClr val="233746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914400" y="4754880"/>
            <a:ext cx="4123944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di debug salvati: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component_mask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mask_debug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terminal_keep_debug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masked_gray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binary / closed / filtered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skeleton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04_extract_wires.py | masking, keep zones, filtering, skeleton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05 | Costruzione delle net candidate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principale: 05_builds_nets.py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E50"/>
                </a:solidFill>
              </a:rPr>
              <a:t>Logica del passo 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3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parte dalle connected components dello skeleton;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3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terminale viene associato a una label primaria con finestre direzionali e fallback quadrato;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3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aux dell’opamp usano corridoi verticali dedicati, reach outward e preferenze di label;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822960" y="316382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3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sono supportate implicit supply nets e merge controllati di source labels;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3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filtro sulle net singolo-terminale è più permissivo quando la net tocca solo aux di opamp.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5715000" y="1325880"/>
            <a:ext cx="2743200" cy="4315968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0" descr="/mnt/data/1_terminal_deb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139696"/>
            <a:ext cx="2688336" cy="268833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778240" y="1325880"/>
            <a:ext cx="2743200" cy="4315968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4" name="Image 1" descr="/mnt/data/1_net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139696"/>
            <a:ext cx="2688336" cy="2688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05_builds_nets.py | source labels, implicit supply, filtering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06 | Matching terminale-net finale e diagnostica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principale: 06_match_terminals_to_nets.py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389888"/>
            <a:ext cx="5669280" cy="49834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/mnt/data/2_terminal_net_match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417320"/>
            <a:ext cx="4928616" cy="4928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3533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E50"/>
                </a:solidFill>
              </a:rPr>
              <a:t>Cosa aggiunge il passo 06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48272" y="16459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come prior la preferred net derivata dal passo 05;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748272" y="21031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prova una sequenza gerarchica di stadi: directional_primary, circle_primary, fallback;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48272" y="2560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matcher specifici per gli aux dell’opamp: opamp_aux_vertical e preferred_from_05_window;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48272" y="3017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salva solo il net_id finale, ma anche status, confidence, warnings e flag di match sospetto;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48272" y="34747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aggiorna in modo coerente componenti, terminals e connections nel JSON finale.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84848" y="5138928"/>
            <a:ext cx="4617720" cy="914400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E6D8B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931152" y="526694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E50"/>
                </a:solidFill>
              </a:rPr>
              <a:t>Stati diagnostici tipici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31152" y="5486400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F33"/>
                </a:solidFill>
              </a:rPr>
              <a:t>matched_preferred • matched_implicit_supply • matched_nearest • unmatched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06_match_terminals_to_nets.py | preferred net, stages, confidence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07 | Dal risultato topologico al grafo e agli output leggibili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principale: 07_export_graph.py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298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E50"/>
                </a:solidFill>
              </a:rPr>
              <a:t>Modello del grafo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</a:rPr>
              <a:t>Diagram → Component → Terminal → Net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univoci batch-wide per diagrammi, componenti, terminali e net;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propagazione delle informazioni diagnostiche: match_status, confidence, warnings, implicit supply;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0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esportazione di graph.json, simplified JSON, semantic explanation e CSV di nodi/archi.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06440" y="1325880"/>
            <a:ext cx="2743200" cy="2679192"/>
          </a:xfrm>
          <a:prstGeom prst="rect">
            <a:avLst/>
          </a:prstGeom>
          <a:solidFill>
            <a:srgbClr val="233746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16168" y="1417320"/>
            <a:ext cx="2523744" cy="2331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"diagram_metadata"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"diagram_id"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"n_components"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"n_terminals"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29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"n_nets"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"component_roles"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"natural_language"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"..."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8778240" y="1325880"/>
            <a:ext cx="2743200" cy="2679192"/>
          </a:xfrm>
          <a:prstGeom prst="rect">
            <a:avLst/>
          </a:prstGeom>
          <a:solidFill>
            <a:srgbClr val="233746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887968" y="1417320"/>
            <a:ext cx="2523744" cy="2331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LLM Context - Diagram 2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Components: 14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Terminals: 29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Nets: 11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Suspicious terminal matches: 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Component-Centric Topology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Net-Centric Topology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06440" y="4133088"/>
            <a:ext cx="5715000" cy="1005840"/>
          </a:xfrm>
          <a:prstGeom prst="rect">
            <a:avLst/>
          </a:prstGeom>
          <a:solidFill>
            <a:srgbClr val="FFF9F0"/>
          </a:solidFill>
          <a:ln w="12700">
            <a:solidFill>
              <a:srgbClr val="E6D8B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71032" y="4261104"/>
            <a:ext cx="538581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la pipeline cambia livello: il risultato non è più solo “quale pixel appartiene a quale wire”, ma una descrizione strutturata che può essere letta da una persona o data in pasto a un LLM.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06440" y="5440680"/>
            <a:ext cx="1737360" cy="713232"/>
          </a:xfrm>
          <a:prstGeom prst="roundRect">
            <a:avLst/>
          </a:prstGeom>
          <a:solidFill>
            <a:srgbClr val="EFF7F8"/>
          </a:solidFill>
          <a:ln w="12700">
            <a:solidFill>
              <a:srgbClr val="B7D7D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961888" y="5669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B78"/>
                </a:solidFill>
              </a:rPr>
              <a:t>graph.json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90688" y="5440680"/>
            <a:ext cx="2011680" cy="713232"/>
          </a:xfrm>
          <a:prstGeom prst="roundRect">
            <a:avLst/>
          </a:prstGeom>
          <a:solidFill>
            <a:srgbClr val="FFF9F0"/>
          </a:solidFill>
          <a:ln w="12700">
            <a:solidFill>
              <a:srgbClr val="E6D8B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927848" y="56692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C18A2E"/>
                </a:solidFill>
              </a:rPr>
              <a:t>simplified / semantic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10058400" y="5440680"/>
            <a:ext cx="1417320" cy="713232"/>
          </a:xfrm>
          <a:prstGeom prst="roundRect">
            <a:avLst/>
          </a:prstGeom>
          <a:solidFill>
            <a:srgbClr val="F6F0FA"/>
          </a:solidFill>
          <a:ln w="12700">
            <a:solidFill>
              <a:srgbClr val="D7C5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168128" y="5669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6B4E9B"/>
                </a:solidFill>
              </a:rPr>
              <a:t>llm_context.md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07_export_graph.py | grafo esplicito, JSON leggibili, CSV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08 | Visualizzazione finale del grafo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principale: 08_visualize_graph.py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38988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vengono prodotte viste statiche e interattive: full graph, component → net, overlay sul diagramma;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l’index.html batch raccoglie statistiche, warning, link alle visualizzazioni e ai JSON;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nelle cartelle finali vengono copiati graph.json, simplified JSON e gli artefatti visuali più utili alla consultazione.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5623560" y="1325880"/>
            <a:ext cx="2834640" cy="4315968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9" name="Image 0" descr="/mnt/data/2_net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093976"/>
            <a:ext cx="2779776" cy="2779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59952" y="1325880"/>
            <a:ext cx="2788920" cy="4315968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1" descr="/mnt/data/2_net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2116836"/>
            <a:ext cx="2734056" cy="2734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5111496"/>
            <a:ext cx="41970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passo 08 chiude la pipeline: rende il risultato ispezionabile da un umano prima ancora di essere usato in analisi automatiche.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08_visualize_graph.py | PNG, HTML interattivi, dashboard batch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Sintesi delle modifiche più importanti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osservato → modifica introdotta → effetto atteso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Sintesi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371600"/>
            <a:ext cx="2194560" cy="38404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90672" y="1371600"/>
            <a:ext cx="3246120" cy="38404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Modifica introdotta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73952" y="1371600"/>
            <a:ext cx="2697480" cy="384048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Effetto atteso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792224"/>
            <a:ext cx="2194560" cy="512064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Terminali non centrati sul lato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3090672" y="1792224"/>
            <a:ext cx="3246120" cy="512064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Side peak localization e scoring evidence-based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473952" y="1792224"/>
            <a:ext cx="2697480" cy="512064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Posizione terminale più precisa e stabile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49808" y="2304288"/>
            <a:ext cx="2194560" cy="512064"/>
          </a:xfrm>
          <a:prstGeom prst="rect">
            <a:avLst/>
          </a:prstGeom>
          <a:solidFill>
            <a:srgbClr val="F8F5EF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MOSFET e NPN con orientazione ambigua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3090672" y="2304288"/>
            <a:ext cx="3246120" cy="512064"/>
          </a:xfrm>
          <a:prstGeom prst="rect">
            <a:avLst/>
          </a:prstGeom>
          <a:solidFill>
            <a:srgbClr val="F8F5EF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Point validation, axis prefilter e bonus dedicati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473952" y="2304288"/>
            <a:ext cx="2697480" cy="512064"/>
          </a:xfrm>
          <a:prstGeom prst="rect">
            <a:avLst/>
          </a:prstGeom>
          <a:solidFill>
            <a:srgbClr val="F8F5EF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Riduzione dei ribaltamenti errati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2194560" cy="713232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Aux dell’opamp disturbati dalla grafica interna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3090672" y="2816352"/>
            <a:ext cx="3246120" cy="713232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Mandatory pins per orientazione, aux structural detection, snapping al nearby terminal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473952" y="2816352"/>
            <a:ext cx="2697480" cy="713232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Pin ausiliari più coerenti con il wire reale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194560" cy="512064"/>
          </a:xfrm>
          <a:prstGeom prst="rect">
            <a:avLst/>
          </a:prstGeom>
          <a:solidFill>
            <a:srgbClr val="F8F5EF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Wire persi vicino ai simboli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3090672" y="3529584"/>
            <a:ext cx="3246120" cy="512064"/>
          </a:xfrm>
          <a:prstGeom prst="rect">
            <a:avLst/>
          </a:prstGeom>
          <a:solidFill>
            <a:srgbClr val="F8F5EF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Mask shrink + terminal keep zones direzionate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473952" y="3529584"/>
            <a:ext cx="2697480" cy="512064"/>
          </a:xfrm>
          <a:prstGeom prst="rect">
            <a:avLst/>
          </a:prstGeom>
          <a:solidFill>
            <a:srgbClr val="F8F5EF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Skeleton più continuo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749808" y="4041648"/>
            <a:ext cx="2194560" cy="512064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Output difficile da leggere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3090672" y="4041648"/>
            <a:ext cx="3246120" cy="512064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graph.json + simplified JSON + LLM context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473952" y="4041648"/>
            <a:ext cx="2697480" cy="512064"/>
          </a:xfrm>
          <a:prstGeom prst="rect">
            <a:avLst/>
          </a:prstGeom>
          <a:solidFill>
            <a:srgbClr val="FFFDFC"/>
          </a:solidFill>
          <a:ln>
            <a:solidFill>
              <a:srgbClr val="D6CEC2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E2F33"/>
                </a:solidFill>
              </a:rPr>
              <a:t>Topologia più interpretabile per umano e macchina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9555480" y="1417320"/>
            <a:ext cx="1965960" cy="123444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4" name="Image 0" descr="/mnt/data/1_terminal_keep_deb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2" y="1444752"/>
            <a:ext cx="1179576" cy="117957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9555480" y="2743200"/>
            <a:ext cx="1965960" cy="123444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1" descr="/mnt/data/1_net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2770632"/>
            <a:ext cx="1179576" cy="117957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9555480" y="4069080"/>
            <a:ext cx="1965960" cy="123444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8" name="Image 2" descr="/mnt/data/2_terminal_net_match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2" y="4096512"/>
            <a:ext cx="1179576" cy="117957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77240" y="5852160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20" i="1" dirty="0">
                <a:solidFill>
                  <a:srgbClr val="6F665D"/>
                </a:solidFill>
              </a:rPr>
              <a:t>In sintesi, la pipeline è passata da una ricostruzione puramente geometrica a un sistema più diagnostico, più robusto e più adatto alla validazione e alla tesi.</a:t>
            </a:r>
            <a:endParaRPr lang="en-US" sz="1220" dirty="0"/>
          </a:p>
        </p:txBody>
      </p:sp>
      <p:sp>
        <p:nvSpPr>
          <p:cNvPr id="30" name="Text 25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Sintesi finale | problemi, soluzioni e impatto</a:t>
            </a:r>
            <a:endParaRPr lang="en-US" sz="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 | Perché queste modifiche contano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Messaggio finale utile per presentazione e tesi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46920" y="402336"/>
            <a:ext cx="19202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53896"/>
            <a:ext cx="529437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D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qualità della ricostruzione topologica non dipende solo dal detector, ma soprattutto dalla capacità della pipeline di stimare bene i terminali, preservare i wire giusti, costruire net coerenti e spiegare il risultato in forma leggibile.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componenti critici non sono più trattati con regole generiche, ma con strategie dedicate;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822960" y="3282696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passi 04-06 introducono robuste salvaguardie topologiche e diagnostiche;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822960" y="382219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passi 07-08 trasformano il risultato tecnico in una struttura interrogabile, visualizzabile e presentabile;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822960" y="4361688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pipeline finale è più adatta sia alla validazione umana sia all’uso come contesto per un LLM.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903720" y="1417320"/>
            <a:ext cx="457200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14032" y="166420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Deliverable finali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0608" y="19659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graph.json → topologia completa e diagnostica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150608" y="24140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/ semantic JSON → struttura più leggibile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7150608" y="28620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llm_context.md → testo di supporto per il prompting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150608" y="3310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/ HTML → verifica visiva e dashboard batch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7150608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C18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20" dirty="0">
                <a:solidFill>
                  <a:srgbClr val="2E2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nodi-archi → analisi tabellare o graph database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412480" y="4709160"/>
            <a:ext cx="2468880" cy="1234440"/>
          </a:xfrm>
          <a:prstGeom prst="rect">
            <a:avLst/>
          </a:prstGeom>
          <a:solidFill>
            <a:srgbClr val="FFFDF9"/>
          </a:solidFill>
          <a:ln w="12700">
            <a:solidFill>
              <a:srgbClr val="D7D0C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9" name="Image 0" descr="/mnt/data/1_net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132" y="4736592"/>
            <a:ext cx="1179576" cy="11795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85800" y="64922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6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Chiusura | dalla ricostruzione al supporto per il reasoning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6F6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2015</Words>
  <Application>Microsoft Office PowerPoint</Application>
  <PresentationFormat>Widescreen</PresentationFormat>
  <Paragraphs>209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delle modifiche alla pipeline topologica</dc:title>
  <dc:subject>Recap modifiche pipeline topologica</dc:subject>
  <dc:creator>OpenAI</dc:creator>
  <cp:lastModifiedBy>Marco Profilo</cp:lastModifiedBy>
  <cp:revision>2</cp:revision>
  <dcterms:created xsi:type="dcterms:W3CDTF">2026-04-15T10:19:13Z</dcterms:created>
  <dcterms:modified xsi:type="dcterms:W3CDTF">2026-04-15T14:26:38Z</dcterms:modified>
</cp:coreProperties>
</file>